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6CC"/>
    <a:srgbClr val="0432FF"/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5"/>
    <p:restoredTop sz="94694"/>
  </p:normalViewPr>
  <p:slideViewPr>
    <p:cSldViewPr snapToGrid="0">
      <p:cViewPr varScale="1">
        <p:scale>
          <a:sx n="103" d="100"/>
          <a:sy n="103" d="100"/>
        </p:scale>
        <p:origin x="103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14CD5D-30AB-3446-9698-0842C45EC773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13626A2-0F6C-3047-8EA9-9ACFC27F8B36}">
      <dgm:prSet phldrT="[Text]"/>
      <dgm:spPr>
        <a:solidFill>
          <a:srgbClr val="011893"/>
        </a:solidFill>
      </dgm:spPr>
      <dgm:t>
        <a:bodyPr/>
        <a:lstStyle/>
        <a:p>
          <a:r>
            <a:rPr lang="en-HK" dirty="0"/>
            <a:t>No option of receiving representative COQ prior bunkering</a:t>
          </a:r>
          <a:endParaRPr lang="en-GB" dirty="0"/>
        </a:p>
      </dgm:t>
    </dgm:pt>
    <dgm:pt modelId="{04E3A035-2A50-864B-859E-A3A19AD973E3}" type="parTrans" cxnId="{743B708F-5E4B-9C48-9808-82A1C2CF1BC3}">
      <dgm:prSet/>
      <dgm:spPr/>
      <dgm:t>
        <a:bodyPr/>
        <a:lstStyle/>
        <a:p>
          <a:endParaRPr lang="en-GB"/>
        </a:p>
      </dgm:t>
    </dgm:pt>
    <dgm:pt modelId="{C01259BC-951C-D644-9B08-11DA724618CC}" type="sibTrans" cxnId="{743B708F-5E4B-9C48-9808-82A1C2CF1BC3}">
      <dgm:prSet/>
      <dgm:spPr/>
      <dgm:t>
        <a:bodyPr/>
        <a:lstStyle/>
        <a:p>
          <a:endParaRPr lang="en-GB"/>
        </a:p>
      </dgm:t>
    </dgm:pt>
    <dgm:pt modelId="{B4EF8142-4069-C24C-A499-E7F3C4F93CC7}">
      <dgm:prSet phldrT="[Text]"/>
      <dgm:spPr>
        <a:solidFill>
          <a:srgbClr val="0326CC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en-HK" dirty="0"/>
            <a:t>Bunker Quality Group is not in CC to majority of Bunker Nomination emails</a:t>
          </a:r>
          <a:endParaRPr lang="en-GB" dirty="0"/>
        </a:p>
      </dgm:t>
    </dgm:pt>
    <dgm:pt modelId="{084639DB-3973-AA49-9893-4A322FE75077}" type="parTrans" cxnId="{D7B961F8-68E1-F94C-9967-4B2E35A5DCD6}">
      <dgm:prSet/>
      <dgm:spPr/>
      <dgm:t>
        <a:bodyPr/>
        <a:lstStyle/>
        <a:p>
          <a:endParaRPr lang="en-GB"/>
        </a:p>
      </dgm:t>
    </dgm:pt>
    <dgm:pt modelId="{BE84C354-C70E-8848-B25A-DA55F18DA135}" type="sibTrans" cxnId="{D7B961F8-68E1-F94C-9967-4B2E35A5DCD6}">
      <dgm:prSet/>
      <dgm:spPr/>
      <dgm:t>
        <a:bodyPr/>
        <a:lstStyle/>
        <a:p>
          <a:endParaRPr lang="en-GB"/>
        </a:p>
      </dgm:t>
    </dgm:pt>
    <dgm:pt modelId="{1B566CC4-CF5D-234D-BA7D-3ABAA17BAF67}">
      <dgm:prSet/>
      <dgm:spPr>
        <a:solidFill>
          <a:srgbClr val="002060"/>
        </a:solidFill>
      </dgm:spPr>
      <dgm:t>
        <a:bodyPr/>
        <a:lstStyle/>
        <a:p>
          <a:r>
            <a:rPr lang="en-HK" dirty="0"/>
            <a:t>No minimum SPEC (ISO 8217:2010) is stated / agreed with supplier while bunker is stemmed</a:t>
          </a:r>
          <a:endParaRPr lang="en-GB" dirty="0"/>
        </a:p>
      </dgm:t>
    </dgm:pt>
    <dgm:pt modelId="{EAB63D1B-F20C-D842-A817-9037D58D4A12}" type="parTrans" cxnId="{8BAFA577-EBEB-1E47-ABE1-298F95C4950F}">
      <dgm:prSet/>
      <dgm:spPr/>
      <dgm:t>
        <a:bodyPr/>
        <a:lstStyle/>
        <a:p>
          <a:endParaRPr lang="en-GB"/>
        </a:p>
      </dgm:t>
    </dgm:pt>
    <dgm:pt modelId="{9D8754BE-7B18-E14E-B4E3-746D3ABB1B10}" type="sibTrans" cxnId="{8BAFA577-EBEB-1E47-ABE1-298F95C4950F}">
      <dgm:prSet/>
      <dgm:spPr/>
      <dgm:t>
        <a:bodyPr/>
        <a:lstStyle/>
        <a:p>
          <a:endParaRPr lang="en-GB"/>
        </a:p>
      </dgm:t>
    </dgm:pt>
    <dgm:pt modelId="{CEBBC326-7F39-2543-A51C-931A60718E8C}" type="pres">
      <dgm:prSet presAssocID="{7514CD5D-30AB-3446-9698-0842C45EC773}" presName="Name0" presStyleCnt="0">
        <dgm:presLayoutVars>
          <dgm:chMax val="7"/>
          <dgm:chPref val="7"/>
          <dgm:dir/>
        </dgm:presLayoutVars>
      </dgm:prSet>
      <dgm:spPr/>
    </dgm:pt>
    <dgm:pt modelId="{3F4B8DC4-961A-864D-8045-301D2994EFD1}" type="pres">
      <dgm:prSet presAssocID="{7514CD5D-30AB-3446-9698-0842C45EC773}" presName="Name1" presStyleCnt="0"/>
      <dgm:spPr/>
    </dgm:pt>
    <dgm:pt modelId="{8F909764-65F5-0342-9B5C-2C1DE2A1D414}" type="pres">
      <dgm:prSet presAssocID="{7514CD5D-30AB-3446-9698-0842C45EC773}" presName="cycle" presStyleCnt="0"/>
      <dgm:spPr/>
    </dgm:pt>
    <dgm:pt modelId="{9A9368F9-5A4F-3A4D-80FE-0F0F588C5569}" type="pres">
      <dgm:prSet presAssocID="{7514CD5D-30AB-3446-9698-0842C45EC773}" presName="srcNode" presStyleLbl="node1" presStyleIdx="0" presStyleCnt="3"/>
      <dgm:spPr/>
    </dgm:pt>
    <dgm:pt modelId="{BD046F07-3B4E-2D41-923B-47F8BA9D39BF}" type="pres">
      <dgm:prSet presAssocID="{7514CD5D-30AB-3446-9698-0842C45EC773}" presName="conn" presStyleLbl="parChTrans1D2" presStyleIdx="0" presStyleCnt="1"/>
      <dgm:spPr/>
    </dgm:pt>
    <dgm:pt modelId="{DFE44F82-418A-C04B-89BC-B4ABEE7F5EE4}" type="pres">
      <dgm:prSet presAssocID="{7514CD5D-30AB-3446-9698-0842C45EC773}" presName="extraNode" presStyleLbl="node1" presStyleIdx="0" presStyleCnt="3"/>
      <dgm:spPr/>
    </dgm:pt>
    <dgm:pt modelId="{7C1483A1-90CF-0C41-ACF1-9B0D9F66AB09}" type="pres">
      <dgm:prSet presAssocID="{7514CD5D-30AB-3446-9698-0842C45EC773}" presName="dstNode" presStyleLbl="node1" presStyleIdx="0" presStyleCnt="3"/>
      <dgm:spPr/>
    </dgm:pt>
    <dgm:pt modelId="{33462E6A-9DD4-8344-A7A0-78697F884088}" type="pres">
      <dgm:prSet presAssocID="{1B566CC4-CF5D-234D-BA7D-3ABAA17BAF67}" presName="text_1" presStyleLbl="node1" presStyleIdx="0" presStyleCnt="3">
        <dgm:presLayoutVars>
          <dgm:bulletEnabled val="1"/>
        </dgm:presLayoutVars>
      </dgm:prSet>
      <dgm:spPr/>
    </dgm:pt>
    <dgm:pt modelId="{6799CF6A-FBE0-E04B-B0F2-F37CF5663301}" type="pres">
      <dgm:prSet presAssocID="{1B566CC4-CF5D-234D-BA7D-3ABAA17BAF67}" presName="accent_1" presStyleCnt="0"/>
      <dgm:spPr/>
    </dgm:pt>
    <dgm:pt modelId="{CF96FA74-5DD4-8640-971F-6AB3EC0FDEC5}" type="pres">
      <dgm:prSet presAssocID="{1B566CC4-CF5D-234D-BA7D-3ABAA17BAF67}" presName="accentRepeatNode" presStyleLbl="solidFgAcc1" presStyleIdx="0" presStyleCnt="3"/>
      <dgm:spPr/>
    </dgm:pt>
    <dgm:pt modelId="{127508BA-1A78-FD4C-963B-786E33B4B58E}" type="pres">
      <dgm:prSet presAssocID="{813626A2-0F6C-3047-8EA9-9ACFC27F8B36}" presName="text_2" presStyleLbl="node1" presStyleIdx="1" presStyleCnt="3">
        <dgm:presLayoutVars>
          <dgm:bulletEnabled val="1"/>
        </dgm:presLayoutVars>
      </dgm:prSet>
      <dgm:spPr/>
    </dgm:pt>
    <dgm:pt modelId="{0AE8D7DC-93BC-1D42-9553-889FFC337A3D}" type="pres">
      <dgm:prSet presAssocID="{813626A2-0F6C-3047-8EA9-9ACFC27F8B36}" presName="accent_2" presStyleCnt="0"/>
      <dgm:spPr/>
    </dgm:pt>
    <dgm:pt modelId="{6E7A30A6-0158-404E-BE8C-EABDCAE0A4FF}" type="pres">
      <dgm:prSet presAssocID="{813626A2-0F6C-3047-8EA9-9ACFC27F8B36}" presName="accentRepeatNode" presStyleLbl="solidFgAcc1" presStyleIdx="1" presStyleCnt="3"/>
      <dgm:spPr/>
    </dgm:pt>
    <dgm:pt modelId="{A7987260-B788-BD4D-A11B-BEC1638D107F}" type="pres">
      <dgm:prSet presAssocID="{B4EF8142-4069-C24C-A499-E7F3C4F93CC7}" presName="text_3" presStyleLbl="node1" presStyleIdx="2" presStyleCnt="3">
        <dgm:presLayoutVars>
          <dgm:bulletEnabled val="1"/>
        </dgm:presLayoutVars>
      </dgm:prSet>
      <dgm:spPr/>
    </dgm:pt>
    <dgm:pt modelId="{7C646A83-56A1-E641-9F4B-04DAC7DC4324}" type="pres">
      <dgm:prSet presAssocID="{B4EF8142-4069-C24C-A499-E7F3C4F93CC7}" presName="accent_3" presStyleCnt="0"/>
      <dgm:spPr/>
    </dgm:pt>
    <dgm:pt modelId="{8FF19D62-FE12-3249-94F8-7ABCAB3FF529}" type="pres">
      <dgm:prSet presAssocID="{B4EF8142-4069-C24C-A499-E7F3C4F93CC7}" presName="accentRepeatNode" presStyleLbl="solidFgAcc1" presStyleIdx="2" presStyleCnt="3"/>
      <dgm:spPr/>
    </dgm:pt>
  </dgm:ptLst>
  <dgm:cxnLst>
    <dgm:cxn modelId="{04DD5317-DD79-8544-AF45-C30C992AF9F8}" type="presOf" srcId="{1B566CC4-CF5D-234D-BA7D-3ABAA17BAF67}" destId="{33462E6A-9DD4-8344-A7A0-78697F884088}" srcOrd="0" destOrd="0" presId="urn:microsoft.com/office/officeart/2008/layout/VerticalCurvedList"/>
    <dgm:cxn modelId="{F9696145-7B5E-B24A-967E-BF6490DF8CF7}" type="presOf" srcId="{813626A2-0F6C-3047-8EA9-9ACFC27F8B36}" destId="{127508BA-1A78-FD4C-963B-786E33B4B58E}" srcOrd="0" destOrd="0" presId="urn:microsoft.com/office/officeart/2008/layout/VerticalCurvedList"/>
    <dgm:cxn modelId="{2E318362-F324-0447-BAF4-DC579687D1F1}" type="presOf" srcId="{B4EF8142-4069-C24C-A499-E7F3C4F93CC7}" destId="{A7987260-B788-BD4D-A11B-BEC1638D107F}" srcOrd="0" destOrd="0" presId="urn:microsoft.com/office/officeart/2008/layout/VerticalCurvedList"/>
    <dgm:cxn modelId="{8BAFA577-EBEB-1E47-ABE1-298F95C4950F}" srcId="{7514CD5D-30AB-3446-9698-0842C45EC773}" destId="{1B566CC4-CF5D-234D-BA7D-3ABAA17BAF67}" srcOrd="0" destOrd="0" parTransId="{EAB63D1B-F20C-D842-A817-9037D58D4A12}" sibTransId="{9D8754BE-7B18-E14E-B4E3-746D3ABB1B10}"/>
    <dgm:cxn modelId="{743B708F-5E4B-9C48-9808-82A1C2CF1BC3}" srcId="{7514CD5D-30AB-3446-9698-0842C45EC773}" destId="{813626A2-0F6C-3047-8EA9-9ACFC27F8B36}" srcOrd="1" destOrd="0" parTransId="{04E3A035-2A50-864B-859E-A3A19AD973E3}" sibTransId="{C01259BC-951C-D644-9B08-11DA724618CC}"/>
    <dgm:cxn modelId="{C80C9E9A-BE8F-E841-ABC8-B00985054882}" type="presOf" srcId="{7514CD5D-30AB-3446-9698-0842C45EC773}" destId="{CEBBC326-7F39-2543-A51C-931A60718E8C}" srcOrd="0" destOrd="0" presId="urn:microsoft.com/office/officeart/2008/layout/VerticalCurvedList"/>
    <dgm:cxn modelId="{44FB6DEC-DB1F-A947-A109-684BB8D6F92E}" type="presOf" srcId="{9D8754BE-7B18-E14E-B4E3-746D3ABB1B10}" destId="{BD046F07-3B4E-2D41-923B-47F8BA9D39BF}" srcOrd="0" destOrd="0" presId="urn:microsoft.com/office/officeart/2008/layout/VerticalCurvedList"/>
    <dgm:cxn modelId="{D7B961F8-68E1-F94C-9967-4B2E35A5DCD6}" srcId="{7514CD5D-30AB-3446-9698-0842C45EC773}" destId="{B4EF8142-4069-C24C-A499-E7F3C4F93CC7}" srcOrd="2" destOrd="0" parTransId="{084639DB-3973-AA49-9893-4A322FE75077}" sibTransId="{BE84C354-C70E-8848-B25A-DA55F18DA135}"/>
    <dgm:cxn modelId="{302F54DE-B8C0-5748-AC5F-E1F8ECDBC1B9}" type="presParOf" srcId="{CEBBC326-7F39-2543-A51C-931A60718E8C}" destId="{3F4B8DC4-961A-864D-8045-301D2994EFD1}" srcOrd="0" destOrd="0" presId="urn:microsoft.com/office/officeart/2008/layout/VerticalCurvedList"/>
    <dgm:cxn modelId="{FAAA039E-9440-2B47-83CB-CB2B6D7BB09A}" type="presParOf" srcId="{3F4B8DC4-961A-864D-8045-301D2994EFD1}" destId="{8F909764-65F5-0342-9B5C-2C1DE2A1D414}" srcOrd="0" destOrd="0" presId="urn:microsoft.com/office/officeart/2008/layout/VerticalCurvedList"/>
    <dgm:cxn modelId="{9C35B247-4FE7-5A47-BE59-98A0A106C822}" type="presParOf" srcId="{8F909764-65F5-0342-9B5C-2C1DE2A1D414}" destId="{9A9368F9-5A4F-3A4D-80FE-0F0F588C5569}" srcOrd="0" destOrd="0" presId="urn:microsoft.com/office/officeart/2008/layout/VerticalCurvedList"/>
    <dgm:cxn modelId="{168151A9-495D-5945-B95F-7BC2979DF485}" type="presParOf" srcId="{8F909764-65F5-0342-9B5C-2C1DE2A1D414}" destId="{BD046F07-3B4E-2D41-923B-47F8BA9D39BF}" srcOrd="1" destOrd="0" presId="urn:microsoft.com/office/officeart/2008/layout/VerticalCurvedList"/>
    <dgm:cxn modelId="{9D1D177D-2A1E-0F41-98E6-F7292CF70031}" type="presParOf" srcId="{8F909764-65F5-0342-9B5C-2C1DE2A1D414}" destId="{DFE44F82-418A-C04B-89BC-B4ABEE7F5EE4}" srcOrd="2" destOrd="0" presId="urn:microsoft.com/office/officeart/2008/layout/VerticalCurvedList"/>
    <dgm:cxn modelId="{9E610609-E21F-FB49-81CC-77A77A583EAA}" type="presParOf" srcId="{8F909764-65F5-0342-9B5C-2C1DE2A1D414}" destId="{7C1483A1-90CF-0C41-ACF1-9B0D9F66AB09}" srcOrd="3" destOrd="0" presId="urn:microsoft.com/office/officeart/2008/layout/VerticalCurvedList"/>
    <dgm:cxn modelId="{061A813A-48CE-FA4B-957E-86B6649EAAA6}" type="presParOf" srcId="{3F4B8DC4-961A-864D-8045-301D2994EFD1}" destId="{33462E6A-9DD4-8344-A7A0-78697F884088}" srcOrd="1" destOrd="0" presId="urn:microsoft.com/office/officeart/2008/layout/VerticalCurvedList"/>
    <dgm:cxn modelId="{C0137BB5-1EE2-B041-898A-B839B113C545}" type="presParOf" srcId="{3F4B8DC4-961A-864D-8045-301D2994EFD1}" destId="{6799CF6A-FBE0-E04B-B0F2-F37CF5663301}" srcOrd="2" destOrd="0" presId="urn:microsoft.com/office/officeart/2008/layout/VerticalCurvedList"/>
    <dgm:cxn modelId="{DFC4AAA1-1959-8143-88E9-BA8142938C4B}" type="presParOf" srcId="{6799CF6A-FBE0-E04B-B0F2-F37CF5663301}" destId="{CF96FA74-5DD4-8640-971F-6AB3EC0FDEC5}" srcOrd="0" destOrd="0" presId="urn:microsoft.com/office/officeart/2008/layout/VerticalCurvedList"/>
    <dgm:cxn modelId="{BB9D582C-1491-1144-974A-198C2C4C0A7B}" type="presParOf" srcId="{3F4B8DC4-961A-864D-8045-301D2994EFD1}" destId="{127508BA-1A78-FD4C-963B-786E33B4B58E}" srcOrd="3" destOrd="0" presId="urn:microsoft.com/office/officeart/2008/layout/VerticalCurvedList"/>
    <dgm:cxn modelId="{9D629F1C-BE06-E148-B8C5-54805E306C1B}" type="presParOf" srcId="{3F4B8DC4-961A-864D-8045-301D2994EFD1}" destId="{0AE8D7DC-93BC-1D42-9553-889FFC337A3D}" srcOrd="4" destOrd="0" presId="urn:microsoft.com/office/officeart/2008/layout/VerticalCurvedList"/>
    <dgm:cxn modelId="{981F3718-3A9F-DE43-91FD-421446339089}" type="presParOf" srcId="{0AE8D7DC-93BC-1D42-9553-889FFC337A3D}" destId="{6E7A30A6-0158-404E-BE8C-EABDCAE0A4FF}" srcOrd="0" destOrd="0" presId="urn:microsoft.com/office/officeart/2008/layout/VerticalCurvedList"/>
    <dgm:cxn modelId="{F25CBB03-DBBF-C349-893F-DD34C01F2F24}" type="presParOf" srcId="{3F4B8DC4-961A-864D-8045-301D2994EFD1}" destId="{A7987260-B788-BD4D-A11B-BEC1638D107F}" srcOrd="5" destOrd="0" presId="urn:microsoft.com/office/officeart/2008/layout/VerticalCurvedList"/>
    <dgm:cxn modelId="{EAD75F9E-CEC3-2742-9CBC-8322C5DA1CA6}" type="presParOf" srcId="{3F4B8DC4-961A-864D-8045-301D2994EFD1}" destId="{7C646A83-56A1-E641-9F4B-04DAC7DC4324}" srcOrd="6" destOrd="0" presId="urn:microsoft.com/office/officeart/2008/layout/VerticalCurvedList"/>
    <dgm:cxn modelId="{2FB1AECB-073B-A14E-95DB-E9440D7B7589}" type="presParOf" srcId="{7C646A83-56A1-E641-9F4B-04DAC7DC4324}" destId="{8FF19D62-FE12-3249-94F8-7ABCAB3FF52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14CD5D-30AB-3446-9698-0842C45EC773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13626A2-0F6C-3047-8EA9-9ACFC27F8B36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HK" dirty="0"/>
            <a:t>Email ID set up for bunkering related follow-up is not used much </a:t>
          </a:r>
          <a:endParaRPr lang="en-GB" dirty="0"/>
        </a:p>
      </dgm:t>
    </dgm:pt>
    <dgm:pt modelId="{04E3A035-2A50-864B-859E-A3A19AD973E3}" type="parTrans" cxnId="{743B708F-5E4B-9C48-9808-82A1C2CF1BC3}">
      <dgm:prSet/>
      <dgm:spPr/>
      <dgm:t>
        <a:bodyPr/>
        <a:lstStyle/>
        <a:p>
          <a:endParaRPr lang="en-GB"/>
        </a:p>
      </dgm:t>
    </dgm:pt>
    <dgm:pt modelId="{C01259BC-951C-D644-9B08-11DA724618CC}" type="sibTrans" cxnId="{743B708F-5E4B-9C48-9808-82A1C2CF1BC3}">
      <dgm:prSet/>
      <dgm:spPr/>
      <dgm:t>
        <a:bodyPr/>
        <a:lstStyle/>
        <a:p>
          <a:endParaRPr lang="en-GB"/>
        </a:p>
      </dgm:t>
    </dgm:pt>
    <dgm:pt modelId="{B4EF8142-4069-C24C-A499-E7F3C4F93CC7}">
      <dgm:prSet phldrT="[Text]"/>
      <dgm:spPr>
        <a:solidFill>
          <a:schemeClr val="accent5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en-GB" dirty="0"/>
            <a:t>Deviations are inconsistently handled</a:t>
          </a:r>
        </a:p>
      </dgm:t>
    </dgm:pt>
    <dgm:pt modelId="{084639DB-3973-AA49-9893-4A322FE75077}" type="parTrans" cxnId="{D7B961F8-68E1-F94C-9967-4B2E35A5DCD6}">
      <dgm:prSet/>
      <dgm:spPr/>
      <dgm:t>
        <a:bodyPr/>
        <a:lstStyle/>
        <a:p>
          <a:endParaRPr lang="en-GB"/>
        </a:p>
      </dgm:t>
    </dgm:pt>
    <dgm:pt modelId="{BE84C354-C70E-8848-B25A-DA55F18DA135}" type="sibTrans" cxnId="{D7B961F8-68E1-F94C-9967-4B2E35A5DCD6}">
      <dgm:prSet/>
      <dgm:spPr/>
      <dgm:t>
        <a:bodyPr/>
        <a:lstStyle/>
        <a:p>
          <a:endParaRPr lang="en-GB"/>
        </a:p>
      </dgm:t>
    </dgm:pt>
    <dgm:pt modelId="{1B566CC4-CF5D-234D-BA7D-3ABAA17BAF67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GB" dirty="0"/>
            <a:t>TM, TSI, HSEQ, BQG have limited interaction with vessel regarding Bunkering Plan</a:t>
          </a:r>
        </a:p>
      </dgm:t>
    </dgm:pt>
    <dgm:pt modelId="{EAB63D1B-F20C-D842-A817-9037D58D4A12}" type="parTrans" cxnId="{8BAFA577-EBEB-1E47-ABE1-298F95C4950F}">
      <dgm:prSet/>
      <dgm:spPr/>
      <dgm:t>
        <a:bodyPr/>
        <a:lstStyle/>
        <a:p>
          <a:endParaRPr lang="en-GB"/>
        </a:p>
      </dgm:t>
    </dgm:pt>
    <dgm:pt modelId="{9D8754BE-7B18-E14E-B4E3-746D3ABB1B10}" type="sibTrans" cxnId="{8BAFA577-EBEB-1E47-ABE1-298F95C4950F}">
      <dgm:prSet/>
      <dgm:spPr/>
      <dgm:t>
        <a:bodyPr/>
        <a:lstStyle/>
        <a:p>
          <a:endParaRPr lang="en-GB"/>
        </a:p>
      </dgm:t>
    </dgm:pt>
    <dgm:pt modelId="{CEBBC326-7F39-2543-A51C-931A60718E8C}" type="pres">
      <dgm:prSet presAssocID="{7514CD5D-30AB-3446-9698-0842C45EC773}" presName="Name0" presStyleCnt="0">
        <dgm:presLayoutVars>
          <dgm:chMax val="7"/>
          <dgm:chPref val="7"/>
          <dgm:dir/>
        </dgm:presLayoutVars>
      </dgm:prSet>
      <dgm:spPr/>
    </dgm:pt>
    <dgm:pt modelId="{3F4B8DC4-961A-864D-8045-301D2994EFD1}" type="pres">
      <dgm:prSet presAssocID="{7514CD5D-30AB-3446-9698-0842C45EC773}" presName="Name1" presStyleCnt="0"/>
      <dgm:spPr/>
    </dgm:pt>
    <dgm:pt modelId="{8F909764-65F5-0342-9B5C-2C1DE2A1D414}" type="pres">
      <dgm:prSet presAssocID="{7514CD5D-30AB-3446-9698-0842C45EC773}" presName="cycle" presStyleCnt="0"/>
      <dgm:spPr/>
    </dgm:pt>
    <dgm:pt modelId="{9A9368F9-5A4F-3A4D-80FE-0F0F588C5569}" type="pres">
      <dgm:prSet presAssocID="{7514CD5D-30AB-3446-9698-0842C45EC773}" presName="srcNode" presStyleLbl="node1" presStyleIdx="0" presStyleCnt="3"/>
      <dgm:spPr/>
    </dgm:pt>
    <dgm:pt modelId="{BD046F07-3B4E-2D41-923B-47F8BA9D39BF}" type="pres">
      <dgm:prSet presAssocID="{7514CD5D-30AB-3446-9698-0842C45EC773}" presName="conn" presStyleLbl="parChTrans1D2" presStyleIdx="0" presStyleCnt="1"/>
      <dgm:spPr/>
    </dgm:pt>
    <dgm:pt modelId="{DFE44F82-418A-C04B-89BC-B4ABEE7F5EE4}" type="pres">
      <dgm:prSet presAssocID="{7514CD5D-30AB-3446-9698-0842C45EC773}" presName="extraNode" presStyleLbl="node1" presStyleIdx="0" presStyleCnt="3"/>
      <dgm:spPr/>
    </dgm:pt>
    <dgm:pt modelId="{7C1483A1-90CF-0C41-ACF1-9B0D9F66AB09}" type="pres">
      <dgm:prSet presAssocID="{7514CD5D-30AB-3446-9698-0842C45EC773}" presName="dstNode" presStyleLbl="node1" presStyleIdx="0" presStyleCnt="3"/>
      <dgm:spPr/>
    </dgm:pt>
    <dgm:pt modelId="{33462E6A-9DD4-8344-A7A0-78697F884088}" type="pres">
      <dgm:prSet presAssocID="{1B566CC4-CF5D-234D-BA7D-3ABAA17BAF67}" presName="text_1" presStyleLbl="node1" presStyleIdx="0" presStyleCnt="3">
        <dgm:presLayoutVars>
          <dgm:bulletEnabled val="1"/>
        </dgm:presLayoutVars>
      </dgm:prSet>
      <dgm:spPr/>
    </dgm:pt>
    <dgm:pt modelId="{6799CF6A-FBE0-E04B-B0F2-F37CF5663301}" type="pres">
      <dgm:prSet presAssocID="{1B566CC4-CF5D-234D-BA7D-3ABAA17BAF67}" presName="accent_1" presStyleCnt="0"/>
      <dgm:spPr/>
    </dgm:pt>
    <dgm:pt modelId="{CF96FA74-5DD4-8640-971F-6AB3EC0FDEC5}" type="pres">
      <dgm:prSet presAssocID="{1B566CC4-CF5D-234D-BA7D-3ABAA17BAF67}" presName="accentRepeatNode" presStyleLbl="solidFgAcc1" presStyleIdx="0" presStyleCnt="3"/>
      <dgm:spPr/>
    </dgm:pt>
    <dgm:pt modelId="{127508BA-1A78-FD4C-963B-786E33B4B58E}" type="pres">
      <dgm:prSet presAssocID="{813626A2-0F6C-3047-8EA9-9ACFC27F8B36}" presName="text_2" presStyleLbl="node1" presStyleIdx="1" presStyleCnt="3">
        <dgm:presLayoutVars>
          <dgm:bulletEnabled val="1"/>
        </dgm:presLayoutVars>
      </dgm:prSet>
      <dgm:spPr/>
    </dgm:pt>
    <dgm:pt modelId="{0AE8D7DC-93BC-1D42-9553-889FFC337A3D}" type="pres">
      <dgm:prSet presAssocID="{813626A2-0F6C-3047-8EA9-9ACFC27F8B36}" presName="accent_2" presStyleCnt="0"/>
      <dgm:spPr/>
    </dgm:pt>
    <dgm:pt modelId="{6E7A30A6-0158-404E-BE8C-EABDCAE0A4FF}" type="pres">
      <dgm:prSet presAssocID="{813626A2-0F6C-3047-8EA9-9ACFC27F8B36}" presName="accentRepeatNode" presStyleLbl="solidFgAcc1" presStyleIdx="1" presStyleCnt="3"/>
      <dgm:spPr/>
    </dgm:pt>
    <dgm:pt modelId="{A7987260-B788-BD4D-A11B-BEC1638D107F}" type="pres">
      <dgm:prSet presAssocID="{B4EF8142-4069-C24C-A499-E7F3C4F93CC7}" presName="text_3" presStyleLbl="node1" presStyleIdx="2" presStyleCnt="3">
        <dgm:presLayoutVars>
          <dgm:bulletEnabled val="1"/>
        </dgm:presLayoutVars>
      </dgm:prSet>
      <dgm:spPr/>
    </dgm:pt>
    <dgm:pt modelId="{7C646A83-56A1-E641-9F4B-04DAC7DC4324}" type="pres">
      <dgm:prSet presAssocID="{B4EF8142-4069-C24C-A499-E7F3C4F93CC7}" presName="accent_3" presStyleCnt="0"/>
      <dgm:spPr/>
    </dgm:pt>
    <dgm:pt modelId="{8FF19D62-FE12-3249-94F8-7ABCAB3FF529}" type="pres">
      <dgm:prSet presAssocID="{B4EF8142-4069-C24C-A499-E7F3C4F93CC7}" presName="accentRepeatNode" presStyleLbl="solidFgAcc1" presStyleIdx="2" presStyleCnt="3"/>
      <dgm:spPr/>
    </dgm:pt>
  </dgm:ptLst>
  <dgm:cxnLst>
    <dgm:cxn modelId="{BECDD805-B488-EF4F-A472-65EFD24C94E5}" type="presOf" srcId="{9D8754BE-7B18-E14E-B4E3-746D3ABB1B10}" destId="{BD046F07-3B4E-2D41-923B-47F8BA9D39BF}" srcOrd="0" destOrd="0" presId="urn:microsoft.com/office/officeart/2008/layout/VerticalCurvedList"/>
    <dgm:cxn modelId="{04DD5317-DD79-8544-AF45-C30C992AF9F8}" type="presOf" srcId="{1B566CC4-CF5D-234D-BA7D-3ABAA17BAF67}" destId="{33462E6A-9DD4-8344-A7A0-78697F884088}" srcOrd="0" destOrd="0" presId="urn:microsoft.com/office/officeart/2008/layout/VerticalCurvedList"/>
    <dgm:cxn modelId="{F9696145-7B5E-B24A-967E-BF6490DF8CF7}" type="presOf" srcId="{813626A2-0F6C-3047-8EA9-9ACFC27F8B36}" destId="{127508BA-1A78-FD4C-963B-786E33B4B58E}" srcOrd="0" destOrd="0" presId="urn:microsoft.com/office/officeart/2008/layout/VerticalCurvedList"/>
    <dgm:cxn modelId="{2E318362-F324-0447-BAF4-DC579687D1F1}" type="presOf" srcId="{B4EF8142-4069-C24C-A499-E7F3C4F93CC7}" destId="{A7987260-B788-BD4D-A11B-BEC1638D107F}" srcOrd="0" destOrd="0" presId="urn:microsoft.com/office/officeart/2008/layout/VerticalCurvedList"/>
    <dgm:cxn modelId="{8BAFA577-EBEB-1E47-ABE1-298F95C4950F}" srcId="{7514CD5D-30AB-3446-9698-0842C45EC773}" destId="{1B566CC4-CF5D-234D-BA7D-3ABAA17BAF67}" srcOrd="0" destOrd="0" parTransId="{EAB63D1B-F20C-D842-A817-9037D58D4A12}" sibTransId="{9D8754BE-7B18-E14E-B4E3-746D3ABB1B10}"/>
    <dgm:cxn modelId="{743B708F-5E4B-9C48-9808-82A1C2CF1BC3}" srcId="{7514CD5D-30AB-3446-9698-0842C45EC773}" destId="{813626A2-0F6C-3047-8EA9-9ACFC27F8B36}" srcOrd="1" destOrd="0" parTransId="{04E3A035-2A50-864B-859E-A3A19AD973E3}" sibTransId="{C01259BC-951C-D644-9B08-11DA724618CC}"/>
    <dgm:cxn modelId="{C80C9E9A-BE8F-E841-ABC8-B00985054882}" type="presOf" srcId="{7514CD5D-30AB-3446-9698-0842C45EC773}" destId="{CEBBC326-7F39-2543-A51C-931A60718E8C}" srcOrd="0" destOrd="0" presId="urn:microsoft.com/office/officeart/2008/layout/VerticalCurvedList"/>
    <dgm:cxn modelId="{D7B961F8-68E1-F94C-9967-4B2E35A5DCD6}" srcId="{7514CD5D-30AB-3446-9698-0842C45EC773}" destId="{B4EF8142-4069-C24C-A499-E7F3C4F93CC7}" srcOrd="2" destOrd="0" parTransId="{084639DB-3973-AA49-9893-4A322FE75077}" sibTransId="{BE84C354-C70E-8848-B25A-DA55F18DA135}"/>
    <dgm:cxn modelId="{302F54DE-B8C0-5748-AC5F-E1F8ECDBC1B9}" type="presParOf" srcId="{CEBBC326-7F39-2543-A51C-931A60718E8C}" destId="{3F4B8DC4-961A-864D-8045-301D2994EFD1}" srcOrd="0" destOrd="0" presId="urn:microsoft.com/office/officeart/2008/layout/VerticalCurvedList"/>
    <dgm:cxn modelId="{FAAA039E-9440-2B47-83CB-CB2B6D7BB09A}" type="presParOf" srcId="{3F4B8DC4-961A-864D-8045-301D2994EFD1}" destId="{8F909764-65F5-0342-9B5C-2C1DE2A1D414}" srcOrd="0" destOrd="0" presId="urn:microsoft.com/office/officeart/2008/layout/VerticalCurvedList"/>
    <dgm:cxn modelId="{64D1E53F-3E2E-AE4C-BF52-7F0A25DFF508}" type="presParOf" srcId="{8F909764-65F5-0342-9B5C-2C1DE2A1D414}" destId="{9A9368F9-5A4F-3A4D-80FE-0F0F588C5569}" srcOrd="0" destOrd="0" presId="urn:microsoft.com/office/officeart/2008/layout/VerticalCurvedList"/>
    <dgm:cxn modelId="{2E3F310C-A47F-D141-AE47-44D4DF6CBA57}" type="presParOf" srcId="{8F909764-65F5-0342-9B5C-2C1DE2A1D414}" destId="{BD046F07-3B4E-2D41-923B-47F8BA9D39BF}" srcOrd="1" destOrd="0" presId="urn:microsoft.com/office/officeart/2008/layout/VerticalCurvedList"/>
    <dgm:cxn modelId="{7478B957-8BBA-184A-BA50-6FD23922D0C3}" type="presParOf" srcId="{8F909764-65F5-0342-9B5C-2C1DE2A1D414}" destId="{DFE44F82-418A-C04B-89BC-B4ABEE7F5EE4}" srcOrd="2" destOrd="0" presId="urn:microsoft.com/office/officeart/2008/layout/VerticalCurvedList"/>
    <dgm:cxn modelId="{613C98FC-2444-C249-9FBA-12643E4D8014}" type="presParOf" srcId="{8F909764-65F5-0342-9B5C-2C1DE2A1D414}" destId="{7C1483A1-90CF-0C41-ACF1-9B0D9F66AB09}" srcOrd="3" destOrd="0" presId="urn:microsoft.com/office/officeart/2008/layout/VerticalCurvedList"/>
    <dgm:cxn modelId="{061A813A-48CE-FA4B-957E-86B6649EAAA6}" type="presParOf" srcId="{3F4B8DC4-961A-864D-8045-301D2994EFD1}" destId="{33462E6A-9DD4-8344-A7A0-78697F884088}" srcOrd="1" destOrd="0" presId="urn:microsoft.com/office/officeart/2008/layout/VerticalCurvedList"/>
    <dgm:cxn modelId="{C0137BB5-1EE2-B041-898A-B839B113C545}" type="presParOf" srcId="{3F4B8DC4-961A-864D-8045-301D2994EFD1}" destId="{6799CF6A-FBE0-E04B-B0F2-F37CF5663301}" srcOrd="2" destOrd="0" presId="urn:microsoft.com/office/officeart/2008/layout/VerticalCurvedList"/>
    <dgm:cxn modelId="{DFC4AAA1-1959-8143-88E9-BA8142938C4B}" type="presParOf" srcId="{6799CF6A-FBE0-E04B-B0F2-F37CF5663301}" destId="{CF96FA74-5DD4-8640-971F-6AB3EC0FDEC5}" srcOrd="0" destOrd="0" presId="urn:microsoft.com/office/officeart/2008/layout/VerticalCurvedList"/>
    <dgm:cxn modelId="{BB9D582C-1491-1144-974A-198C2C4C0A7B}" type="presParOf" srcId="{3F4B8DC4-961A-864D-8045-301D2994EFD1}" destId="{127508BA-1A78-FD4C-963B-786E33B4B58E}" srcOrd="3" destOrd="0" presId="urn:microsoft.com/office/officeart/2008/layout/VerticalCurvedList"/>
    <dgm:cxn modelId="{9D629F1C-BE06-E148-B8C5-54805E306C1B}" type="presParOf" srcId="{3F4B8DC4-961A-864D-8045-301D2994EFD1}" destId="{0AE8D7DC-93BC-1D42-9553-889FFC337A3D}" srcOrd="4" destOrd="0" presId="urn:microsoft.com/office/officeart/2008/layout/VerticalCurvedList"/>
    <dgm:cxn modelId="{981F3718-3A9F-DE43-91FD-421446339089}" type="presParOf" srcId="{0AE8D7DC-93BC-1D42-9553-889FFC337A3D}" destId="{6E7A30A6-0158-404E-BE8C-EABDCAE0A4FF}" srcOrd="0" destOrd="0" presId="urn:microsoft.com/office/officeart/2008/layout/VerticalCurvedList"/>
    <dgm:cxn modelId="{F25CBB03-DBBF-C349-893F-DD34C01F2F24}" type="presParOf" srcId="{3F4B8DC4-961A-864D-8045-301D2994EFD1}" destId="{A7987260-B788-BD4D-A11B-BEC1638D107F}" srcOrd="5" destOrd="0" presId="urn:microsoft.com/office/officeart/2008/layout/VerticalCurvedList"/>
    <dgm:cxn modelId="{EAD75F9E-CEC3-2742-9CBC-8322C5DA1CA6}" type="presParOf" srcId="{3F4B8DC4-961A-864D-8045-301D2994EFD1}" destId="{7C646A83-56A1-E641-9F4B-04DAC7DC4324}" srcOrd="6" destOrd="0" presId="urn:microsoft.com/office/officeart/2008/layout/VerticalCurvedList"/>
    <dgm:cxn modelId="{7836FE03-6930-0B4C-AF0C-CE5A43F01FEB}" type="presParOf" srcId="{7C646A83-56A1-E641-9F4B-04DAC7DC4324}" destId="{8FF19D62-FE12-3249-94F8-7ABCAB3FF52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14CD5D-30AB-3446-9698-0842C45EC773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13626A2-0F6C-3047-8EA9-9ACFC27F8B36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GB" dirty="0"/>
            <a:t>Outside Russia samples are intended to be sent to TRIBOCARE for Bunker Analysis</a:t>
          </a:r>
        </a:p>
      </dgm:t>
    </dgm:pt>
    <dgm:pt modelId="{04E3A035-2A50-864B-859E-A3A19AD973E3}" type="parTrans" cxnId="{743B708F-5E4B-9C48-9808-82A1C2CF1BC3}">
      <dgm:prSet/>
      <dgm:spPr/>
      <dgm:t>
        <a:bodyPr/>
        <a:lstStyle/>
        <a:p>
          <a:endParaRPr lang="en-GB"/>
        </a:p>
      </dgm:t>
    </dgm:pt>
    <dgm:pt modelId="{C01259BC-951C-D644-9B08-11DA724618CC}" type="sibTrans" cxnId="{743B708F-5E4B-9C48-9808-82A1C2CF1BC3}">
      <dgm:prSet/>
      <dgm:spPr/>
      <dgm:t>
        <a:bodyPr/>
        <a:lstStyle/>
        <a:p>
          <a:endParaRPr lang="en-GB"/>
        </a:p>
      </dgm:t>
    </dgm:pt>
    <dgm:pt modelId="{B4EF8142-4069-C24C-A499-E7F3C4F93CC7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HK" dirty="0"/>
            <a:t>Sample Landing and Courier to Lab is a challenge when bunkering is carried out at OPL</a:t>
          </a:r>
          <a:endParaRPr lang="en-GB" dirty="0"/>
        </a:p>
      </dgm:t>
    </dgm:pt>
    <dgm:pt modelId="{084639DB-3973-AA49-9893-4A322FE75077}" type="parTrans" cxnId="{D7B961F8-68E1-F94C-9967-4B2E35A5DCD6}">
      <dgm:prSet/>
      <dgm:spPr/>
      <dgm:t>
        <a:bodyPr/>
        <a:lstStyle/>
        <a:p>
          <a:endParaRPr lang="en-GB"/>
        </a:p>
      </dgm:t>
    </dgm:pt>
    <dgm:pt modelId="{BE84C354-C70E-8848-B25A-DA55F18DA135}" type="sibTrans" cxnId="{D7B961F8-68E1-F94C-9967-4B2E35A5DCD6}">
      <dgm:prSet/>
      <dgm:spPr/>
      <dgm:t>
        <a:bodyPr/>
        <a:lstStyle/>
        <a:p>
          <a:endParaRPr lang="en-GB"/>
        </a:p>
      </dgm:t>
    </dgm:pt>
    <dgm:pt modelId="{1B566CC4-CF5D-234D-BA7D-3ABAA17BAF67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GB" dirty="0"/>
            <a:t>Bunker Survey, Sampling and Distribution of Analysis Results in the Russian ports are handled by BQG</a:t>
          </a:r>
        </a:p>
      </dgm:t>
    </dgm:pt>
    <dgm:pt modelId="{EAB63D1B-F20C-D842-A817-9037D58D4A12}" type="parTrans" cxnId="{8BAFA577-EBEB-1E47-ABE1-298F95C4950F}">
      <dgm:prSet/>
      <dgm:spPr/>
      <dgm:t>
        <a:bodyPr/>
        <a:lstStyle/>
        <a:p>
          <a:endParaRPr lang="en-GB"/>
        </a:p>
      </dgm:t>
    </dgm:pt>
    <dgm:pt modelId="{9D8754BE-7B18-E14E-B4E3-746D3ABB1B10}" type="sibTrans" cxnId="{8BAFA577-EBEB-1E47-ABE1-298F95C4950F}">
      <dgm:prSet/>
      <dgm:spPr/>
      <dgm:t>
        <a:bodyPr/>
        <a:lstStyle/>
        <a:p>
          <a:endParaRPr lang="en-GB"/>
        </a:p>
      </dgm:t>
    </dgm:pt>
    <dgm:pt modelId="{CEBBC326-7F39-2543-A51C-931A60718E8C}" type="pres">
      <dgm:prSet presAssocID="{7514CD5D-30AB-3446-9698-0842C45EC773}" presName="Name0" presStyleCnt="0">
        <dgm:presLayoutVars>
          <dgm:chMax val="7"/>
          <dgm:chPref val="7"/>
          <dgm:dir/>
        </dgm:presLayoutVars>
      </dgm:prSet>
      <dgm:spPr/>
    </dgm:pt>
    <dgm:pt modelId="{3F4B8DC4-961A-864D-8045-301D2994EFD1}" type="pres">
      <dgm:prSet presAssocID="{7514CD5D-30AB-3446-9698-0842C45EC773}" presName="Name1" presStyleCnt="0"/>
      <dgm:spPr/>
    </dgm:pt>
    <dgm:pt modelId="{8F909764-65F5-0342-9B5C-2C1DE2A1D414}" type="pres">
      <dgm:prSet presAssocID="{7514CD5D-30AB-3446-9698-0842C45EC773}" presName="cycle" presStyleCnt="0"/>
      <dgm:spPr/>
    </dgm:pt>
    <dgm:pt modelId="{9A9368F9-5A4F-3A4D-80FE-0F0F588C5569}" type="pres">
      <dgm:prSet presAssocID="{7514CD5D-30AB-3446-9698-0842C45EC773}" presName="srcNode" presStyleLbl="node1" presStyleIdx="0" presStyleCnt="3"/>
      <dgm:spPr/>
    </dgm:pt>
    <dgm:pt modelId="{BD046F07-3B4E-2D41-923B-47F8BA9D39BF}" type="pres">
      <dgm:prSet presAssocID="{7514CD5D-30AB-3446-9698-0842C45EC773}" presName="conn" presStyleLbl="parChTrans1D2" presStyleIdx="0" presStyleCnt="1"/>
      <dgm:spPr/>
    </dgm:pt>
    <dgm:pt modelId="{DFE44F82-418A-C04B-89BC-B4ABEE7F5EE4}" type="pres">
      <dgm:prSet presAssocID="{7514CD5D-30AB-3446-9698-0842C45EC773}" presName="extraNode" presStyleLbl="node1" presStyleIdx="0" presStyleCnt="3"/>
      <dgm:spPr/>
    </dgm:pt>
    <dgm:pt modelId="{7C1483A1-90CF-0C41-ACF1-9B0D9F66AB09}" type="pres">
      <dgm:prSet presAssocID="{7514CD5D-30AB-3446-9698-0842C45EC773}" presName="dstNode" presStyleLbl="node1" presStyleIdx="0" presStyleCnt="3"/>
      <dgm:spPr/>
    </dgm:pt>
    <dgm:pt modelId="{33462E6A-9DD4-8344-A7A0-78697F884088}" type="pres">
      <dgm:prSet presAssocID="{1B566CC4-CF5D-234D-BA7D-3ABAA17BAF67}" presName="text_1" presStyleLbl="node1" presStyleIdx="0" presStyleCnt="3">
        <dgm:presLayoutVars>
          <dgm:bulletEnabled val="1"/>
        </dgm:presLayoutVars>
      </dgm:prSet>
      <dgm:spPr/>
    </dgm:pt>
    <dgm:pt modelId="{6799CF6A-FBE0-E04B-B0F2-F37CF5663301}" type="pres">
      <dgm:prSet presAssocID="{1B566CC4-CF5D-234D-BA7D-3ABAA17BAF67}" presName="accent_1" presStyleCnt="0"/>
      <dgm:spPr/>
    </dgm:pt>
    <dgm:pt modelId="{CF96FA74-5DD4-8640-971F-6AB3EC0FDEC5}" type="pres">
      <dgm:prSet presAssocID="{1B566CC4-CF5D-234D-BA7D-3ABAA17BAF67}" presName="accentRepeatNode" presStyleLbl="solidFgAcc1" presStyleIdx="0" presStyleCnt="3"/>
      <dgm:spPr/>
    </dgm:pt>
    <dgm:pt modelId="{127508BA-1A78-FD4C-963B-786E33B4B58E}" type="pres">
      <dgm:prSet presAssocID="{813626A2-0F6C-3047-8EA9-9ACFC27F8B36}" presName="text_2" presStyleLbl="node1" presStyleIdx="1" presStyleCnt="3">
        <dgm:presLayoutVars>
          <dgm:bulletEnabled val="1"/>
        </dgm:presLayoutVars>
      </dgm:prSet>
      <dgm:spPr/>
    </dgm:pt>
    <dgm:pt modelId="{0AE8D7DC-93BC-1D42-9553-889FFC337A3D}" type="pres">
      <dgm:prSet presAssocID="{813626A2-0F6C-3047-8EA9-9ACFC27F8B36}" presName="accent_2" presStyleCnt="0"/>
      <dgm:spPr/>
    </dgm:pt>
    <dgm:pt modelId="{6E7A30A6-0158-404E-BE8C-EABDCAE0A4FF}" type="pres">
      <dgm:prSet presAssocID="{813626A2-0F6C-3047-8EA9-9ACFC27F8B36}" presName="accentRepeatNode" presStyleLbl="solidFgAcc1" presStyleIdx="1" presStyleCnt="3"/>
      <dgm:spPr/>
    </dgm:pt>
    <dgm:pt modelId="{A7987260-B788-BD4D-A11B-BEC1638D107F}" type="pres">
      <dgm:prSet presAssocID="{B4EF8142-4069-C24C-A499-E7F3C4F93CC7}" presName="text_3" presStyleLbl="node1" presStyleIdx="2" presStyleCnt="3">
        <dgm:presLayoutVars>
          <dgm:bulletEnabled val="1"/>
        </dgm:presLayoutVars>
      </dgm:prSet>
      <dgm:spPr/>
    </dgm:pt>
    <dgm:pt modelId="{7C646A83-56A1-E641-9F4B-04DAC7DC4324}" type="pres">
      <dgm:prSet presAssocID="{B4EF8142-4069-C24C-A499-E7F3C4F93CC7}" presName="accent_3" presStyleCnt="0"/>
      <dgm:spPr/>
    </dgm:pt>
    <dgm:pt modelId="{8FF19D62-FE12-3249-94F8-7ABCAB3FF529}" type="pres">
      <dgm:prSet presAssocID="{B4EF8142-4069-C24C-A499-E7F3C4F93CC7}" presName="accentRepeatNode" presStyleLbl="solidFgAcc1" presStyleIdx="2" presStyleCnt="3"/>
      <dgm:spPr/>
    </dgm:pt>
  </dgm:ptLst>
  <dgm:cxnLst>
    <dgm:cxn modelId="{BECDD805-B488-EF4F-A472-65EFD24C94E5}" type="presOf" srcId="{9D8754BE-7B18-E14E-B4E3-746D3ABB1B10}" destId="{BD046F07-3B4E-2D41-923B-47F8BA9D39BF}" srcOrd="0" destOrd="0" presId="urn:microsoft.com/office/officeart/2008/layout/VerticalCurvedList"/>
    <dgm:cxn modelId="{04DD5317-DD79-8544-AF45-C30C992AF9F8}" type="presOf" srcId="{1B566CC4-CF5D-234D-BA7D-3ABAA17BAF67}" destId="{33462E6A-9DD4-8344-A7A0-78697F884088}" srcOrd="0" destOrd="0" presId="urn:microsoft.com/office/officeart/2008/layout/VerticalCurvedList"/>
    <dgm:cxn modelId="{F9696145-7B5E-B24A-967E-BF6490DF8CF7}" type="presOf" srcId="{813626A2-0F6C-3047-8EA9-9ACFC27F8B36}" destId="{127508BA-1A78-FD4C-963B-786E33B4B58E}" srcOrd="0" destOrd="0" presId="urn:microsoft.com/office/officeart/2008/layout/VerticalCurvedList"/>
    <dgm:cxn modelId="{2E318362-F324-0447-BAF4-DC579687D1F1}" type="presOf" srcId="{B4EF8142-4069-C24C-A499-E7F3C4F93CC7}" destId="{A7987260-B788-BD4D-A11B-BEC1638D107F}" srcOrd="0" destOrd="0" presId="urn:microsoft.com/office/officeart/2008/layout/VerticalCurvedList"/>
    <dgm:cxn modelId="{8BAFA577-EBEB-1E47-ABE1-298F95C4950F}" srcId="{7514CD5D-30AB-3446-9698-0842C45EC773}" destId="{1B566CC4-CF5D-234D-BA7D-3ABAA17BAF67}" srcOrd="0" destOrd="0" parTransId="{EAB63D1B-F20C-D842-A817-9037D58D4A12}" sibTransId="{9D8754BE-7B18-E14E-B4E3-746D3ABB1B10}"/>
    <dgm:cxn modelId="{743B708F-5E4B-9C48-9808-82A1C2CF1BC3}" srcId="{7514CD5D-30AB-3446-9698-0842C45EC773}" destId="{813626A2-0F6C-3047-8EA9-9ACFC27F8B36}" srcOrd="1" destOrd="0" parTransId="{04E3A035-2A50-864B-859E-A3A19AD973E3}" sibTransId="{C01259BC-951C-D644-9B08-11DA724618CC}"/>
    <dgm:cxn modelId="{C80C9E9A-BE8F-E841-ABC8-B00985054882}" type="presOf" srcId="{7514CD5D-30AB-3446-9698-0842C45EC773}" destId="{CEBBC326-7F39-2543-A51C-931A60718E8C}" srcOrd="0" destOrd="0" presId="urn:microsoft.com/office/officeart/2008/layout/VerticalCurvedList"/>
    <dgm:cxn modelId="{D7B961F8-68E1-F94C-9967-4B2E35A5DCD6}" srcId="{7514CD5D-30AB-3446-9698-0842C45EC773}" destId="{B4EF8142-4069-C24C-A499-E7F3C4F93CC7}" srcOrd="2" destOrd="0" parTransId="{084639DB-3973-AA49-9893-4A322FE75077}" sibTransId="{BE84C354-C70E-8848-B25A-DA55F18DA135}"/>
    <dgm:cxn modelId="{302F54DE-B8C0-5748-AC5F-E1F8ECDBC1B9}" type="presParOf" srcId="{CEBBC326-7F39-2543-A51C-931A60718E8C}" destId="{3F4B8DC4-961A-864D-8045-301D2994EFD1}" srcOrd="0" destOrd="0" presId="urn:microsoft.com/office/officeart/2008/layout/VerticalCurvedList"/>
    <dgm:cxn modelId="{FAAA039E-9440-2B47-83CB-CB2B6D7BB09A}" type="presParOf" srcId="{3F4B8DC4-961A-864D-8045-301D2994EFD1}" destId="{8F909764-65F5-0342-9B5C-2C1DE2A1D414}" srcOrd="0" destOrd="0" presId="urn:microsoft.com/office/officeart/2008/layout/VerticalCurvedList"/>
    <dgm:cxn modelId="{64D1E53F-3E2E-AE4C-BF52-7F0A25DFF508}" type="presParOf" srcId="{8F909764-65F5-0342-9B5C-2C1DE2A1D414}" destId="{9A9368F9-5A4F-3A4D-80FE-0F0F588C5569}" srcOrd="0" destOrd="0" presId="urn:microsoft.com/office/officeart/2008/layout/VerticalCurvedList"/>
    <dgm:cxn modelId="{2E3F310C-A47F-D141-AE47-44D4DF6CBA57}" type="presParOf" srcId="{8F909764-65F5-0342-9B5C-2C1DE2A1D414}" destId="{BD046F07-3B4E-2D41-923B-47F8BA9D39BF}" srcOrd="1" destOrd="0" presId="urn:microsoft.com/office/officeart/2008/layout/VerticalCurvedList"/>
    <dgm:cxn modelId="{7478B957-8BBA-184A-BA50-6FD23922D0C3}" type="presParOf" srcId="{8F909764-65F5-0342-9B5C-2C1DE2A1D414}" destId="{DFE44F82-418A-C04B-89BC-B4ABEE7F5EE4}" srcOrd="2" destOrd="0" presId="urn:microsoft.com/office/officeart/2008/layout/VerticalCurvedList"/>
    <dgm:cxn modelId="{613C98FC-2444-C249-9FBA-12643E4D8014}" type="presParOf" srcId="{8F909764-65F5-0342-9B5C-2C1DE2A1D414}" destId="{7C1483A1-90CF-0C41-ACF1-9B0D9F66AB09}" srcOrd="3" destOrd="0" presId="urn:microsoft.com/office/officeart/2008/layout/VerticalCurvedList"/>
    <dgm:cxn modelId="{061A813A-48CE-FA4B-957E-86B6649EAAA6}" type="presParOf" srcId="{3F4B8DC4-961A-864D-8045-301D2994EFD1}" destId="{33462E6A-9DD4-8344-A7A0-78697F884088}" srcOrd="1" destOrd="0" presId="urn:microsoft.com/office/officeart/2008/layout/VerticalCurvedList"/>
    <dgm:cxn modelId="{C0137BB5-1EE2-B041-898A-B839B113C545}" type="presParOf" srcId="{3F4B8DC4-961A-864D-8045-301D2994EFD1}" destId="{6799CF6A-FBE0-E04B-B0F2-F37CF5663301}" srcOrd="2" destOrd="0" presId="urn:microsoft.com/office/officeart/2008/layout/VerticalCurvedList"/>
    <dgm:cxn modelId="{DFC4AAA1-1959-8143-88E9-BA8142938C4B}" type="presParOf" srcId="{6799CF6A-FBE0-E04B-B0F2-F37CF5663301}" destId="{CF96FA74-5DD4-8640-971F-6AB3EC0FDEC5}" srcOrd="0" destOrd="0" presId="urn:microsoft.com/office/officeart/2008/layout/VerticalCurvedList"/>
    <dgm:cxn modelId="{BB9D582C-1491-1144-974A-198C2C4C0A7B}" type="presParOf" srcId="{3F4B8DC4-961A-864D-8045-301D2994EFD1}" destId="{127508BA-1A78-FD4C-963B-786E33B4B58E}" srcOrd="3" destOrd="0" presId="urn:microsoft.com/office/officeart/2008/layout/VerticalCurvedList"/>
    <dgm:cxn modelId="{9D629F1C-BE06-E148-B8C5-54805E306C1B}" type="presParOf" srcId="{3F4B8DC4-961A-864D-8045-301D2994EFD1}" destId="{0AE8D7DC-93BC-1D42-9553-889FFC337A3D}" srcOrd="4" destOrd="0" presId="urn:microsoft.com/office/officeart/2008/layout/VerticalCurvedList"/>
    <dgm:cxn modelId="{981F3718-3A9F-DE43-91FD-421446339089}" type="presParOf" srcId="{0AE8D7DC-93BC-1D42-9553-889FFC337A3D}" destId="{6E7A30A6-0158-404E-BE8C-EABDCAE0A4FF}" srcOrd="0" destOrd="0" presId="urn:microsoft.com/office/officeart/2008/layout/VerticalCurvedList"/>
    <dgm:cxn modelId="{F25CBB03-DBBF-C349-893F-DD34C01F2F24}" type="presParOf" srcId="{3F4B8DC4-961A-864D-8045-301D2994EFD1}" destId="{A7987260-B788-BD4D-A11B-BEC1638D107F}" srcOrd="5" destOrd="0" presId="urn:microsoft.com/office/officeart/2008/layout/VerticalCurvedList"/>
    <dgm:cxn modelId="{EAD75F9E-CEC3-2742-9CBC-8322C5DA1CA6}" type="presParOf" srcId="{3F4B8DC4-961A-864D-8045-301D2994EFD1}" destId="{7C646A83-56A1-E641-9F4B-04DAC7DC4324}" srcOrd="6" destOrd="0" presId="urn:microsoft.com/office/officeart/2008/layout/VerticalCurvedList"/>
    <dgm:cxn modelId="{7836FE03-6930-0B4C-AF0C-CE5A43F01FEB}" type="presParOf" srcId="{7C646A83-56A1-E641-9F4B-04DAC7DC4324}" destId="{8FF19D62-FE12-3249-94F8-7ABCAB3FF52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14CD5D-30AB-3446-9698-0842C45EC773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13626A2-0F6C-3047-8EA9-9ACFC27F8B36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GB" dirty="0"/>
            <a:t>Bunker Sampling and Analysis at Murmansk / Archangelsk range needs revised procedure</a:t>
          </a:r>
        </a:p>
      </dgm:t>
    </dgm:pt>
    <dgm:pt modelId="{04E3A035-2A50-864B-859E-A3A19AD973E3}" type="parTrans" cxnId="{743B708F-5E4B-9C48-9808-82A1C2CF1BC3}">
      <dgm:prSet/>
      <dgm:spPr/>
      <dgm:t>
        <a:bodyPr/>
        <a:lstStyle/>
        <a:p>
          <a:endParaRPr lang="en-GB"/>
        </a:p>
      </dgm:t>
    </dgm:pt>
    <dgm:pt modelId="{C01259BC-951C-D644-9B08-11DA724618CC}" type="sibTrans" cxnId="{743B708F-5E4B-9C48-9808-82A1C2CF1BC3}">
      <dgm:prSet/>
      <dgm:spPr/>
      <dgm:t>
        <a:bodyPr/>
        <a:lstStyle/>
        <a:p>
          <a:endParaRPr lang="en-GB"/>
        </a:p>
      </dgm:t>
    </dgm:pt>
    <dgm:pt modelId="{B4EF8142-4069-C24C-A499-E7F3C4F93CC7}">
      <dgm:prSet phldrT="[Text]"/>
      <dgm:spPr/>
      <dgm:t>
        <a:bodyPr/>
        <a:lstStyle/>
        <a:p>
          <a:pPr>
            <a:buFont typeface="+mj-lt"/>
            <a:buAutoNum type="arabicPeriod"/>
          </a:pPr>
          <a:endParaRPr lang="en-GB" dirty="0"/>
        </a:p>
      </dgm:t>
    </dgm:pt>
    <dgm:pt modelId="{084639DB-3973-AA49-9893-4A322FE75077}" type="parTrans" cxnId="{D7B961F8-68E1-F94C-9967-4B2E35A5DCD6}">
      <dgm:prSet/>
      <dgm:spPr/>
      <dgm:t>
        <a:bodyPr/>
        <a:lstStyle/>
        <a:p>
          <a:endParaRPr lang="en-GB"/>
        </a:p>
      </dgm:t>
    </dgm:pt>
    <dgm:pt modelId="{BE84C354-C70E-8848-B25A-DA55F18DA135}" type="sibTrans" cxnId="{D7B961F8-68E1-F94C-9967-4B2E35A5DCD6}">
      <dgm:prSet/>
      <dgm:spPr/>
      <dgm:t>
        <a:bodyPr/>
        <a:lstStyle/>
        <a:p>
          <a:endParaRPr lang="en-GB"/>
        </a:p>
      </dgm:t>
    </dgm:pt>
    <dgm:pt modelId="{1B566CC4-CF5D-234D-BA7D-3ABAA17BAF67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GB" dirty="0"/>
            <a:t>Bunker Analysis Contract with TRIBOCARE needs revision</a:t>
          </a:r>
        </a:p>
      </dgm:t>
    </dgm:pt>
    <dgm:pt modelId="{EAB63D1B-F20C-D842-A817-9037D58D4A12}" type="parTrans" cxnId="{8BAFA577-EBEB-1E47-ABE1-298F95C4950F}">
      <dgm:prSet/>
      <dgm:spPr/>
      <dgm:t>
        <a:bodyPr/>
        <a:lstStyle/>
        <a:p>
          <a:endParaRPr lang="en-GB"/>
        </a:p>
      </dgm:t>
    </dgm:pt>
    <dgm:pt modelId="{9D8754BE-7B18-E14E-B4E3-746D3ABB1B10}" type="sibTrans" cxnId="{8BAFA577-EBEB-1E47-ABE1-298F95C4950F}">
      <dgm:prSet/>
      <dgm:spPr/>
      <dgm:t>
        <a:bodyPr/>
        <a:lstStyle/>
        <a:p>
          <a:endParaRPr lang="en-GB"/>
        </a:p>
      </dgm:t>
    </dgm:pt>
    <dgm:pt modelId="{CEBBC326-7F39-2543-A51C-931A60718E8C}" type="pres">
      <dgm:prSet presAssocID="{7514CD5D-30AB-3446-9698-0842C45EC773}" presName="Name0" presStyleCnt="0">
        <dgm:presLayoutVars>
          <dgm:chMax val="7"/>
          <dgm:chPref val="7"/>
          <dgm:dir/>
        </dgm:presLayoutVars>
      </dgm:prSet>
      <dgm:spPr/>
    </dgm:pt>
    <dgm:pt modelId="{3F4B8DC4-961A-864D-8045-301D2994EFD1}" type="pres">
      <dgm:prSet presAssocID="{7514CD5D-30AB-3446-9698-0842C45EC773}" presName="Name1" presStyleCnt="0"/>
      <dgm:spPr/>
    </dgm:pt>
    <dgm:pt modelId="{8F909764-65F5-0342-9B5C-2C1DE2A1D414}" type="pres">
      <dgm:prSet presAssocID="{7514CD5D-30AB-3446-9698-0842C45EC773}" presName="cycle" presStyleCnt="0"/>
      <dgm:spPr/>
    </dgm:pt>
    <dgm:pt modelId="{9A9368F9-5A4F-3A4D-80FE-0F0F588C5569}" type="pres">
      <dgm:prSet presAssocID="{7514CD5D-30AB-3446-9698-0842C45EC773}" presName="srcNode" presStyleLbl="node1" presStyleIdx="0" presStyleCnt="3"/>
      <dgm:spPr/>
    </dgm:pt>
    <dgm:pt modelId="{BD046F07-3B4E-2D41-923B-47F8BA9D39BF}" type="pres">
      <dgm:prSet presAssocID="{7514CD5D-30AB-3446-9698-0842C45EC773}" presName="conn" presStyleLbl="parChTrans1D2" presStyleIdx="0" presStyleCnt="1"/>
      <dgm:spPr/>
    </dgm:pt>
    <dgm:pt modelId="{DFE44F82-418A-C04B-89BC-B4ABEE7F5EE4}" type="pres">
      <dgm:prSet presAssocID="{7514CD5D-30AB-3446-9698-0842C45EC773}" presName="extraNode" presStyleLbl="node1" presStyleIdx="0" presStyleCnt="3"/>
      <dgm:spPr/>
    </dgm:pt>
    <dgm:pt modelId="{7C1483A1-90CF-0C41-ACF1-9B0D9F66AB09}" type="pres">
      <dgm:prSet presAssocID="{7514CD5D-30AB-3446-9698-0842C45EC773}" presName="dstNode" presStyleLbl="node1" presStyleIdx="0" presStyleCnt="3"/>
      <dgm:spPr/>
    </dgm:pt>
    <dgm:pt modelId="{33462E6A-9DD4-8344-A7A0-78697F884088}" type="pres">
      <dgm:prSet presAssocID="{1B566CC4-CF5D-234D-BA7D-3ABAA17BAF67}" presName="text_1" presStyleLbl="node1" presStyleIdx="0" presStyleCnt="3">
        <dgm:presLayoutVars>
          <dgm:bulletEnabled val="1"/>
        </dgm:presLayoutVars>
      </dgm:prSet>
      <dgm:spPr/>
    </dgm:pt>
    <dgm:pt modelId="{6799CF6A-FBE0-E04B-B0F2-F37CF5663301}" type="pres">
      <dgm:prSet presAssocID="{1B566CC4-CF5D-234D-BA7D-3ABAA17BAF67}" presName="accent_1" presStyleCnt="0"/>
      <dgm:spPr/>
    </dgm:pt>
    <dgm:pt modelId="{CF96FA74-5DD4-8640-971F-6AB3EC0FDEC5}" type="pres">
      <dgm:prSet presAssocID="{1B566CC4-CF5D-234D-BA7D-3ABAA17BAF67}" presName="accentRepeatNode" presStyleLbl="solidFgAcc1" presStyleIdx="0" presStyleCnt="3"/>
      <dgm:spPr/>
    </dgm:pt>
    <dgm:pt modelId="{127508BA-1A78-FD4C-963B-786E33B4B58E}" type="pres">
      <dgm:prSet presAssocID="{813626A2-0F6C-3047-8EA9-9ACFC27F8B36}" presName="text_2" presStyleLbl="node1" presStyleIdx="1" presStyleCnt="3">
        <dgm:presLayoutVars>
          <dgm:bulletEnabled val="1"/>
        </dgm:presLayoutVars>
      </dgm:prSet>
      <dgm:spPr/>
    </dgm:pt>
    <dgm:pt modelId="{0AE8D7DC-93BC-1D42-9553-889FFC337A3D}" type="pres">
      <dgm:prSet presAssocID="{813626A2-0F6C-3047-8EA9-9ACFC27F8B36}" presName="accent_2" presStyleCnt="0"/>
      <dgm:spPr/>
    </dgm:pt>
    <dgm:pt modelId="{6E7A30A6-0158-404E-BE8C-EABDCAE0A4FF}" type="pres">
      <dgm:prSet presAssocID="{813626A2-0F6C-3047-8EA9-9ACFC27F8B36}" presName="accentRepeatNode" presStyleLbl="solidFgAcc1" presStyleIdx="1" presStyleCnt="3"/>
      <dgm:spPr/>
    </dgm:pt>
    <dgm:pt modelId="{A7987260-B788-BD4D-A11B-BEC1638D107F}" type="pres">
      <dgm:prSet presAssocID="{B4EF8142-4069-C24C-A499-E7F3C4F93CC7}" presName="text_3" presStyleLbl="node1" presStyleIdx="2" presStyleCnt="3">
        <dgm:presLayoutVars>
          <dgm:bulletEnabled val="1"/>
        </dgm:presLayoutVars>
      </dgm:prSet>
      <dgm:spPr/>
    </dgm:pt>
    <dgm:pt modelId="{7C646A83-56A1-E641-9F4B-04DAC7DC4324}" type="pres">
      <dgm:prSet presAssocID="{B4EF8142-4069-C24C-A499-E7F3C4F93CC7}" presName="accent_3" presStyleCnt="0"/>
      <dgm:spPr/>
    </dgm:pt>
    <dgm:pt modelId="{8FF19D62-FE12-3249-94F8-7ABCAB3FF529}" type="pres">
      <dgm:prSet presAssocID="{B4EF8142-4069-C24C-A499-E7F3C4F93CC7}" presName="accentRepeatNode" presStyleLbl="solidFgAcc1" presStyleIdx="2" presStyleCnt="3"/>
      <dgm:spPr/>
    </dgm:pt>
  </dgm:ptLst>
  <dgm:cxnLst>
    <dgm:cxn modelId="{BECDD805-B488-EF4F-A472-65EFD24C94E5}" type="presOf" srcId="{9D8754BE-7B18-E14E-B4E3-746D3ABB1B10}" destId="{BD046F07-3B4E-2D41-923B-47F8BA9D39BF}" srcOrd="0" destOrd="0" presId="urn:microsoft.com/office/officeart/2008/layout/VerticalCurvedList"/>
    <dgm:cxn modelId="{04DD5317-DD79-8544-AF45-C30C992AF9F8}" type="presOf" srcId="{1B566CC4-CF5D-234D-BA7D-3ABAA17BAF67}" destId="{33462E6A-9DD4-8344-A7A0-78697F884088}" srcOrd="0" destOrd="0" presId="urn:microsoft.com/office/officeart/2008/layout/VerticalCurvedList"/>
    <dgm:cxn modelId="{F9696145-7B5E-B24A-967E-BF6490DF8CF7}" type="presOf" srcId="{813626A2-0F6C-3047-8EA9-9ACFC27F8B36}" destId="{127508BA-1A78-FD4C-963B-786E33B4B58E}" srcOrd="0" destOrd="0" presId="urn:microsoft.com/office/officeart/2008/layout/VerticalCurvedList"/>
    <dgm:cxn modelId="{2E318362-F324-0447-BAF4-DC579687D1F1}" type="presOf" srcId="{B4EF8142-4069-C24C-A499-E7F3C4F93CC7}" destId="{A7987260-B788-BD4D-A11B-BEC1638D107F}" srcOrd="0" destOrd="0" presId="urn:microsoft.com/office/officeart/2008/layout/VerticalCurvedList"/>
    <dgm:cxn modelId="{8BAFA577-EBEB-1E47-ABE1-298F95C4950F}" srcId="{7514CD5D-30AB-3446-9698-0842C45EC773}" destId="{1B566CC4-CF5D-234D-BA7D-3ABAA17BAF67}" srcOrd="0" destOrd="0" parTransId="{EAB63D1B-F20C-D842-A817-9037D58D4A12}" sibTransId="{9D8754BE-7B18-E14E-B4E3-746D3ABB1B10}"/>
    <dgm:cxn modelId="{743B708F-5E4B-9C48-9808-82A1C2CF1BC3}" srcId="{7514CD5D-30AB-3446-9698-0842C45EC773}" destId="{813626A2-0F6C-3047-8EA9-9ACFC27F8B36}" srcOrd="1" destOrd="0" parTransId="{04E3A035-2A50-864B-859E-A3A19AD973E3}" sibTransId="{C01259BC-951C-D644-9B08-11DA724618CC}"/>
    <dgm:cxn modelId="{C80C9E9A-BE8F-E841-ABC8-B00985054882}" type="presOf" srcId="{7514CD5D-30AB-3446-9698-0842C45EC773}" destId="{CEBBC326-7F39-2543-A51C-931A60718E8C}" srcOrd="0" destOrd="0" presId="urn:microsoft.com/office/officeart/2008/layout/VerticalCurvedList"/>
    <dgm:cxn modelId="{D7B961F8-68E1-F94C-9967-4B2E35A5DCD6}" srcId="{7514CD5D-30AB-3446-9698-0842C45EC773}" destId="{B4EF8142-4069-C24C-A499-E7F3C4F93CC7}" srcOrd="2" destOrd="0" parTransId="{084639DB-3973-AA49-9893-4A322FE75077}" sibTransId="{BE84C354-C70E-8848-B25A-DA55F18DA135}"/>
    <dgm:cxn modelId="{302F54DE-B8C0-5748-AC5F-E1F8ECDBC1B9}" type="presParOf" srcId="{CEBBC326-7F39-2543-A51C-931A60718E8C}" destId="{3F4B8DC4-961A-864D-8045-301D2994EFD1}" srcOrd="0" destOrd="0" presId="urn:microsoft.com/office/officeart/2008/layout/VerticalCurvedList"/>
    <dgm:cxn modelId="{FAAA039E-9440-2B47-83CB-CB2B6D7BB09A}" type="presParOf" srcId="{3F4B8DC4-961A-864D-8045-301D2994EFD1}" destId="{8F909764-65F5-0342-9B5C-2C1DE2A1D414}" srcOrd="0" destOrd="0" presId="urn:microsoft.com/office/officeart/2008/layout/VerticalCurvedList"/>
    <dgm:cxn modelId="{64D1E53F-3E2E-AE4C-BF52-7F0A25DFF508}" type="presParOf" srcId="{8F909764-65F5-0342-9B5C-2C1DE2A1D414}" destId="{9A9368F9-5A4F-3A4D-80FE-0F0F588C5569}" srcOrd="0" destOrd="0" presId="urn:microsoft.com/office/officeart/2008/layout/VerticalCurvedList"/>
    <dgm:cxn modelId="{2E3F310C-A47F-D141-AE47-44D4DF6CBA57}" type="presParOf" srcId="{8F909764-65F5-0342-9B5C-2C1DE2A1D414}" destId="{BD046F07-3B4E-2D41-923B-47F8BA9D39BF}" srcOrd="1" destOrd="0" presId="urn:microsoft.com/office/officeart/2008/layout/VerticalCurvedList"/>
    <dgm:cxn modelId="{7478B957-8BBA-184A-BA50-6FD23922D0C3}" type="presParOf" srcId="{8F909764-65F5-0342-9B5C-2C1DE2A1D414}" destId="{DFE44F82-418A-C04B-89BC-B4ABEE7F5EE4}" srcOrd="2" destOrd="0" presId="urn:microsoft.com/office/officeart/2008/layout/VerticalCurvedList"/>
    <dgm:cxn modelId="{613C98FC-2444-C249-9FBA-12643E4D8014}" type="presParOf" srcId="{8F909764-65F5-0342-9B5C-2C1DE2A1D414}" destId="{7C1483A1-90CF-0C41-ACF1-9B0D9F66AB09}" srcOrd="3" destOrd="0" presId="urn:microsoft.com/office/officeart/2008/layout/VerticalCurvedList"/>
    <dgm:cxn modelId="{061A813A-48CE-FA4B-957E-86B6649EAAA6}" type="presParOf" srcId="{3F4B8DC4-961A-864D-8045-301D2994EFD1}" destId="{33462E6A-9DD4-8344-A7A0-78697F884088}" srcOrd="1" destOrd="0" presId="urn:microsoft.com/office/officeart/2008/layout/VerticalCurvedList"/>
    <dgm:cxn modelId="{C0137BB5-1EE2-B041-898A-B839B113C545}" type="presParOf" srcId="{3F4B8DC4-961A-864D-8045-301D2994EFD1}" destId="{6799CF6A-FBE0-E04B-B0F2-F37CF5663301}" srcOrd="2" destOrd="0" presId="urn:microsoft.com/office/officeart/2008/layout/VerticalCurvedList"/>
    <dgm:cxn modelId="{DFC4AAA1-1959-8143-88E9-BA8142938C4B}" type="presParOf" srcId="{6799CF6A-FBE0-E04B-B0F2-F37CF5663301}" destId="{CF96FA74-5DD4-8640-971F-6AB3EC0FDEC5}" srcOrd="0" destOrd="0" presId="urn:microsoft.com/office/officeart/2008/layout/VerticalCurvedList"/>
    <dgm:cxn modelId="{BB9D582C-1491-1144-974A-198C2C4C0A7B}" type="presParOf" srcId="{3F4B8DC4-961A-864D-8045-301D2994EFD1}" destId="{127508BA-1A78-FD4C-963B-786E33B4B58E}" srcOrd="3" destOrd="0" presId="urn:microsoft.com/office/officeart/2008/layout/VerticalCurvedList"/>
    <dgm:cxn modelId="{9D629F1C-BE06-E148-B8C5-54805E306C1B}" type="presParOf" srcId="{3F4B8DC4-961A-864D-8045-301D2994EFD1}" destId="{0AE8D7DC-93BC-1D42-9553-889FFC337A3D}" srcOrd="4" destOrd="0" presId="urn:microsoft.com/office/officeart/2008/layout/VerticalCurvedList"/>
    <dgm:cxn modelId="{981F3718-3A9F-DE43-91FD-421446339089}" type="presParOf" srcId="{0AE8D7DC-93BC-1D42-9553-889FFC337A3D}" destId="{6E7A30A6-0158-404E-BE8C-EABDCAE0A4FF}" srcOrd="0" destOrd="0" presId="urn:microsoft.com/office/officeart/2008/layout/VerticalCurvedList"/>
    <dgm:cxn modelId="{F25CBB03-DBBF-C349-893F-DD34C01F2F24}" type="presParOf" srcId="{3F4B8DC4-961A-864D-8045-301D2994EFD1}" destId="{A7987260-B788-BD4D-A11B-BEC1638D107F}" srcOrd="5" destOrd="0" presId="urn:microsoft.com/office/officeart/2008/layout/VerticalCurvedList"/>
    <dgm:cxn modelId="{EAD75F9E-CEC3-2742-9CBC-8322C5DA1CA6}" type="presParOf" srcId="{3F4B8DC4-961A-864D-8045-301D2994EFD1}" destId="{7C646A83-56A1-E641-9F4B-04DAC7DC4324}" srcOrd="6" destOrd="0" presId="urn:microsoft.com/office/officeart/2008/layout/VerticalCurvedList"/>
    <dgm:cxn modelId="{7836FE03-6930-0B4C-AF0C-CE5A43F01FEB}" type="presParOf" srcId="{7C646A83-56A1-E641-9F4B-04DAC7DC4324}" destId="{8FF19D62-FE12-3249-94F8-7ABCAB3FF52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514CD5D-30AB-3446-9698-0842C45EC773}" type="doc">
      <dgm:prSet loTypeId="urn:microsoft.com/office/officeart/2005/8/layout/target3" loCatId="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13626A2-0F6C-3047-8EA9-9ACFC27F8B36}">
      <dgm:prSet phldrT="[Text]" custT="1"/>
      <dgm:spPr/>
      <dgm:t>
        <a:bodyPr/>
        <a:lstStyle/>
        <a:p>
          <a:pPr algn="l"/>
          <a:r>
            <a:rPr lang="en-HK" sz="1600" dirty="0"/>
            <a:t>Login credentials were shared by Purchasing to Bunker Quality Group last year – but it is not sure if this is used or working</a:t>
          </a:r>
          <a:endParaRPr lang="en-GB" sz="1600" dirty="0"/>
        </a:p>
      </dgm:t>
    </dgm:pt>
    <dgm:pt modelId="{04E3A035-2A50-864B-859E-A3A19AD973E3}" type="parTrans" cxnId="{743B708F-5E4B-9C48-9808-82A1C2CF1BC3}">
      <dgm:prSet/>
      <dgm:spPr/>
      <dgm:t>
        <a:bodyPr/>
        <a:lstStyle/>
        <a:p>
          <a:endParaRPr lang="en-GB"/>
        </a:p>
      </dgm:t>
    </dgm:pt>
    <dgm:pt modelId="{C01259BC-951C-D644-9B08-11DA724618CC}" type="sibTrans" cxnId="{743B708F-5E4B-9C48-9808-82A1C2CF1BC3}">
      <dgm:prSet/>
      <dgm:spPr/>
      <dgm:t>
        <a:bodyPr/>
        <a:lstStyle/>
        <a:p>
          <a:endParaRPr lang="en-GB"/>
        </a:p>
      </dgm:t>
    </dgm:pt>
    <dgm:pt modelId="{B4EF8142-4069-C24C-A499-E7F3C4F93CC7}">
      <dgm:prSet phldrT="[Text]" custT="1"/>
      <dgm:spPr/>
      <dgm:t>
        <a:bodyPr/>
        <a:lstStyle/>
        <a:p>
          <a:pPr algn="l"/>
          <a:r>
            <a:rPr lang="en-HK" sz="1800" dirty="0"/>
            <a:t>Communication protocol needs to be revamped with TRIBOCARE so that concerned PICs can receive reports</a:t>
          </a:r>
          <a:endParaRPr lang="en-GB" sz="1800" dirty="0"/>
        </a:p>
      </dgm:t>
    </dgm:pt>
    <dgm:pt modelId="{084639DB-3973-AA49-9893-4A322FE75077}" type="parTrans" cxnId="{D7B961F8-68E1-F94C-9967-4B2E35A5DCD6}">
      <dgm:prSet/>
      <dgm:spPr/>
      <dgm:t>
        <a:bodyPr/>
        <a:lstStyle/>
        <a:p>
          <a:endParaRPr lang="en-GB"/>
        </a:p>
      </dgm:t>
    </dgm:pt>
    <dgm:pt modelId="{BE84C354-C70E-8848-B25A-DA55F18DA135}" type="sibTrans" cxnId="{D7B961F8-68E1-F94C-9967-4B2E35A5DCD6}">
      <dgm:prSet/>
      <dgm:spPr/>
      <dgm:t>
        <a:bodyPr/>
        <a:lstStyle/>
        <a:p>
          <a:endParaRPr lang="en-GB"/>
        </a:p>
      </dgm:t>
    </dgm:pt>
    <dgm:pt modelId="{1B566CC4-CF5D-234D-BA7D-3ABAA17BAF67}">
      <dgm:prSet custT="1"/>
      <dgm:spPr/>
      <dgm:t>
        <a:bodyPr/>
        <a:lstStyle/>
        <a:p>
          <a:pPr algn="l"/>
          <a:r>
            <a:rPr lang="en-HK" sz="1800" dirty="0"/>
            <a:t>Only in-house vessels – with possible additions are covered under this contract</a:t>
          </a:r>
          <a:endParaRPr lang="en-GB" sz="1800" dirty="0"/>
        </a:p>
      </dgm:t>
    </dgm:pt>
    <dgm:pt modelId="{EAB63D1B-F20C-D842-A817-9037D58D4A12}" type="parTrans" cxnId="{8BAFA577-EBEB-1E47-ABE1-298F95C4950F}">
      <dgm:prSet/>
      <dgm:spPr/>
      <dgm:t>
        <a:bodyPr/>
        <a:lstStyle/>
        <a:p>
          <a:endParaRPr lang="en-GB"/>
        </a:p>
      </dgm:t>
    </dgm:pt>
    <dgm:pt modelId="{9D8754BE-7B18-E14E-B4E3-746D3ABB1B10}" type="sibTrans" cxnId="{8BAFA577-EBEB-1E47-ABE1-298F95C4950F}">
      <dgm:prSet/>
      <dgm:spPr/>
      <dgm:t>
        <a:bodyPr/>
        <a:lstStyle/>
        <a:p>
          <a:endParaRPr lang="en-GB"/>
        </a:p>
      </dgm:t>
    </dgm:pt>
    <dgm:pt modelId="{C79C454F-62F4-7449-9DF4-5FAFA2418F29}">
      <dgm:prSet/>
      <dgm:spPr/>
      <dgm:t>
        <a:bodyPr/>
        <a:lstStyle/>
        <a:p>
          <a:pPr algn="l"/>
          <a:r>
            <a:rPr lang="en-HK" dirty="0"/>
            <a:t>3</a:t>
          </a:r>
          <a:r>
            <a:rPr lang="en-HK" baseline="30000" dirty="0"/>
            <a:t>rd</a:t>
          </a:r>
          <a:r>
            <a:rPr lang="en-HK" dirty="0"/>
            <a:t> party manager / JV vessels not covered in this contract</a:t>
          </a:r>
          <a:endParaRPr lang="en-GB" dirty="0"/>
        </a:p>
      </dgm:t>
    </dgm:pt>
    <dgm:pt modelId="{67AA5B2B-FA23-F240-9AD2-8F87B991EE97}" type="parTrans" cxnId="{9E3C6D95-BC9B-FD43-AE95-08558C147AB4}">
      <dgm:prSet/>
      <dgm:spPr/>
      <dgm:t>
        <a:bodyPr/>
        <a:lstStyle/>
        <a:p>
          <a:endParaRPr lang="en-GB"/>
        </a:p>
      </dgm:t>
    </dgm:pt>
    <dgm:pt modelId="{B0E1103A-BEBB-E84E-BD0C-325DB4F855B3}" type="sibTrans" cxnId="{9E3C6D95-BC9B-FD43-AE95-08558C147AB4}">
      <dgm:prSet/>
      <dgm:spPr/>
      <dgm:t>
        <a:bodyPr/>
        <a:lstStyle/>
        <a:p>
          <a:endParaRPr lang="en-GB"/>
        </a:p>
      </dgm:t>
    </dgm:pt>
    <dgm:pt modelId="{DCB4EEBE-863A-EE42-A4BE-C9B87472B968}">
      <dgm:prSet custT="1"/>
      <dgm:spPr/>
      <dgm:t>
        <a:bodyPr/>
        <a:lstStyle/>
        <a:p>
          <a:pPr algn="l"/>
          <a:r>
            <a:rPr lang="en-HK" sz="1800" dirty="0"/>
            <a:t>There is no common login to TRIBOCARE Portal – each DOC has a separate login for individual results</a:t>
          </a:r>
          <a:endParaRPr lang="en-GB" sz="1800" dirty="0"/>
        </a:p>
      </dgm:t>
    </dgm:pt>
    <dgm:pt modelId="{68E3D46A-A177-BA4E-BE32-D16D9B470869}" type="parTrans" cxnId="{9D502643-C539-D14B-BB03-B2DECF21EE9D}">
      <dgm:prSet/>
      <dgm:spPr/>
      <dgm:t>
        <a:bodyPr/>
        <a:lstStyle/>
        <a:p>
          <a:endParaRPr lang="en-GB"/>
        </a:p>
      </dgm:t>
    </dgm:pt>
    <dgm:pt modelId="{1DF29466-2331-A046-8DFE-9DE154EB8580}" type="sibTrans" cxnId="{9D502643-C539-D14B-BB03-B2DECF21EE9D}">
      <dgm:prSet/>
      <dgm:spPr/>
      <dgm:t>
        <a:bodyPr/>
        <a:lstStyle/>
        <a:p>
          <a:endParaRPr lang="en-GB"/>
        </a:p>
      </dgm:t>
    </dgm:pt>
    <dgm:pt modelId="{C444E3D9-C28E-B749-918E-54A56B0A2ACB}" type="pres">
      <dgm:prSet presAssocID="{7514CD5D-30AB-3446-9698-0842C45EC773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0A924C92-C969-1744-8741-EE7F4AAD0C57}" type="pres">
      <dgm:prSet presAssocID="{1B566CC4-CF5D-234D-BA7D-3ABAA17BAF67}" presName="circle1" presStyleLbl="node1" presStyleIdx="0" presStyleCnt="5"/>
      <dgm:spPr>
        <a:solidFill>
          <a:schemeClr val="accent6">
            <a:lumMod val="50000"/>
          </a:schemeClr>
        </a:solidFill>
      </dgm:spPr>
    </dgm:pt>
    <dgm:pt modelId="{3EB027D1-644A-CA44-B370-320DCC88646C}" type="pres">
      <dgm:prSet presAssocID="{1B566CC4-CF5D-234D-BA7D-3ABAA17BAF67}" presName="space" presStyleCnt="0"/>
      <dgm:spPr/>
    </dgm:pt>
    <dgm:pt modelId="{A26E8600-DA39-1B4E-92BE-1721FD524F6C}" type="pres">
      <dgm:prSet presAssocID="{1B566CC4-CF5D-234D-BA7D-3ABAA17BAF67}" presName="rect1" presStyleLbl="alignAcc1" presStyleIdx="0" presStyleCnt="5"/>
      <dgm:spPr/>
    </dgm:pt>
    <dgm:pt modelId="{BF1D20B6-E318-0641-BA69-36963DFC357E}" type="pres">
      <dgm:prSet presAssocID="{C79C454F-62F4-7449-9DF4-5FAFA2418F29}" presName="vertSpace2" presStyleLbl="node1" presStyleIdx="0" presStyleCnt="5"/>
      <dgm:spPr/>
    </dgm:pt>
    <dgm:pt modelId="{95E775A6-802A-E544-95FA-50C0A7297E2E}" type="pres">
      <dgm:prSet presAssocID="{C79C454F-62F4-7449-9DF4-5FAFA2418F29}" presName="circle2" presStyleLbl="node1" presStyleIdx="1" presStyleCnt="5"/>
      <dgm:spPr>
        <a:solidFill>
          <a:schemeClr val="accent6">
            <a:lumMod val="75000"/>
          </a:schemeClr>
        </a:solidFill>
      </dgm:spPr>
    </dgm:pt>
    <dgm:pt modelId="{877900FB-BDA3-C44C-B3AE-1372622435A8}" type="pres">
      <dgm:prSet presAssocID="{C79C454F-62F4-7449-9DF4-5FAFA2418F29}" presName="rect2" presStyleLbl="alignAcc1" presStyleIdx="1" presStyleCnt="5"/>
      <dgm:spPr/>
    </dgm:pt>
    <dgm:pt modelId="{84815E61-650C-DB44-8A98-D9021101896F}" type="pres">
      <dgm:prSet presAssocID="{DCB4EEBE-863A-EE42-A4BE-C9B87472B968}" presName="vertSpace3" presStyleLbl="node1" presStyleIdx="1" presStyleCnt="5"/>
      <dgm:spPr/>
    </dgm:pt>
    <dgm:pt modelId="{287FD87F-9085-974C-B2EF-3558755CF099}" type="pres">
      <dgm:prSet presAssocID="{DCB4EEBE-863A-EE42-A4BE-C9B87472B968}" presName="circle3" presStyleLbl="node1" presStyleIdx="2" presStyleCnt="5"/>
      <dgm:spPr>
        <a:solidFill>
          <a:schemeClr val="accent6">
            <a:lumMod val="60000"/>
            <a:lumOff val="40000"/>
          </a:schemeClr>
        </a:solidFill>
      </dgm:spPr>
    </dgm:pt>
    <dgm:pt modelId="{B11351DA-9725-9A45-9286-4D1450FA5DD5}" type="pres">
      <dgm:prSet presAssocID="{DCB4EEBE-863A-EE42-A4BE-C9B87472B968}" presName="rect3" presStyleLbl="alignAcc1" presStyleIdx="2" presStyleCnt="5"/>
      <dgm:spPr/>
    </dgm:pt>
    <dgm:pt modelId="{1257C952-4459-CC4E-8FF0-9FBC46DF04BB}" type="pres">
      <dgm:prSet presAssocID="{813626A2-0F6C-3047-8EA9-9ACFC27F8B36}" presName="vertSpace4" presStyleLbl="node1" presStyleIdx="2" presStyleCnt="5"/>
      <dgm:spPr/>
    </dgm:pt>
    <dgm:pt modelId="{B948F10D-EB84-8545-A61E-74D619E31E77}" type="pres">
      <dgm:prSet presAssocID="{813626A2-0F6C-3047-8EA9-9ACFC27F8B36}" presName="circle4" presStyleLbl="node1" presStyleIdx="3" presStyleCnt="5"/>
      <dgm:spPr>
        <a:solidFill>
          <a:schemeClr val="accent6">
            <a:lumMod val="40000"/>
            <a:lumOff val="60000"/>
          </a:schemeClr>
        </a:solidFill>
      </dgm:spPr>
    </dgm:pt>
    <dgm:pt modelId="{7911FDB6-0D7D-1A4F-B58B-C25BC84F586C}" type="pres">
      <dgm:prSet presAssocID="{813626A2-0F6C-3047-8EA9-9ACFC27F8B36}" presName="rect4" presStyleLbl="alignAcc1" presStyleIdx="3" presStyleCnt="5"/>
      <dgm:spPr/>
    </dgm:pt>
    <dgm:pt modelId="{BADD0C05-ECB0-EA41-A52C-6E56C0FA5EC7}" type="pres">
      <dgm:prSet presAssocID="{B4EF8142-4069-C24C-A499-E7F3C4F93CC7}" presName="vertSpace5" presStyleLbl="node1" presStyleIdx="3" presStyleCnt="5"/>
      <dgm:spPr/>
    </dgm:pt>
    <dgm:pt modelId="{36091CDB-C40D-6149-87FB-658D0D4C6188}" type="pres">
      <dgm:prSet presAssocID="{B4EF8142-4069-C24C-A499-E7F3C4F93CC7}" presName="circle5" presStyleLbl="node1" presStyleIdx="4" presStyleCnt="5"/>
      <dgm:spPr>
        <a:solidFill>
          <a:schemeClr val="accent6">
            <a:lumMod val="20000"/>
            <a:lumOff val="80000"/>
          </a:schemeClr>
        </a:solidFill>
      </dgm:spPr>
    </dgm:pt>
    <dgm:pt modelId="{21977B8E-1584-954D-91DD-7306254794F9}" type="pres">
      <dgm:prSet presAssocID="{B4EF8142-4069-C24C-A499-E7F3C4F93CC7}" presName="rect5" presStyleLbl="alignAcc1" presStyleIdx="4" presStyleCnt="5"/>
      <dgm:spPr/>
    </dgm:pt>
    <dgm:pt modelId="{0418FB91-2744-3748-8E06-5E077B1E3115}" type="pres">
      <dgm:prSet presAssocID="{1B566CC4-CF5D-234D-BA7D-3ABAA17BAF67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572BC9EF-9329-1E4C-B65D-57F90AD70854}" type="pres">
      <dgm:prSet presAssocID="{C79C454F-62F4-7449-9DF4-5FAFA2418F29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A5243A4A-8FDC-6E4E-93B3-99D16BC8C7F8}" type="pres">
      <dgm:prSet presAssocID="{DCB4EEBE-863A-EE42-A4BE-C9B87472B968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A02DA9CC-55B9-B14B-8583-A0674EE7E86C}" type="pres">
      <dgm:prSet presAssocID="{813626A2-0F6C-3047-8EA9-9ACFC27F8B36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A1CEF00E-8F9B-C643-92D7-8FACF30D1312}" type="pres">
      <dgm:prSet presAssocID="{B4EF8142-4069-C24C-A499-E7F3C4F93CC7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7051EF34-B38B-4246-8848-8E0E5072CD41}" type="presOf" srcId="{C79C454F-62F4-7449-9DF4-5FAFA2418F29}" destId="{877900FB-BDA3-C44C-B3AE-1372622435A8}" srcOrd="0" destOrd="0" presId="urn:microsoft.com/office/officeart/2005/8/layout/target3"/>
    <dgm:cxn modelId="{9D502643-C539-D14B-BB03-B2DECF21EE9D}" srcId="{7514CD5D-30AB-3446-9698-0842C45EC773}" destId="{DCB4EEBE-863A-EE42-A4BE-C9B87472B968}" srcOrd="2" destOrd="0" parTransId="{68E3D46A-A177-BA4E-BE32-D16D9B470869}" sibTransId="{1DF29466-2331-A046-8DFE-9DE154EB8580}"/>
    <dgm:cxn modelId="{E9EA3948-0CCC-9745-AEE7-C2B315828D9D}" type="presOf" srcId="{C79C454F-62F4-7449-9DF4-5FAFA2418F29}" destId="{572BC9EF-9329-1E4C-B65D-57F90AD70854}" srcOrd="1" destOrd="0" presId="urn:microsoft.com/office/officeart/2005/8/layout/target3"/>
    <dgm:cxn modelId="{9AECA753-9284-E549-80D2-3D60521FAEAB}" type="presOf" srcId="{7514CD5D-30AB-3446-9698-0842C45EC773}" destId="{C444E3D9-C28E-B749-918E-54A56B0A2ACB}" srcOrd="0" destOrd="0" presId="urn:microsoft.com/office/officeart/2005/8/layout/target3"/>
    <dgm:cxn modelId="{8BAFA577-EBEB-1E47-ABE1-298F95C4950F}" srcId="{7514CD5D-30AB-3446-9698-0842C45EC773}" destId="{1B566CC4-CF5D-234D-BA7D-3ABAA17BAF67}" srcOrd="0" destOrd="0" parTransId="{EAB63D1B-F20C-D842-A817-9037D58D4A12}" sibTransId="{9D8754BE-7B18-E14E-B4E3-746D3ABB1B10}"/>
    <dgm:cxn modelId="{2D9F8A89-A449-AC4B-9411-A8C1EFB26E19}" type="presOf" srcId="{B4EF8142-4069-C24C-A499-E7F3C4F93CC7}" destId="{21977B8E-1584-954D-91DD-7306254794F9}" srcOrd="0" destOrd="0" presId="urn:microsoft.com/office/officeart/2005/8/layout/target3"/>
    <dgm:cxn modelId="{743B708F-5E4B-9C48-9808-82A1C2CF1BC3}" srcId="{7514CD5D-30AB-3446-9698-0842C45EC773}" destId="{813626A2-0F6C-3047-8EA9-9ACFC27F8B36}" srcOrd="3" destOrd="0" parTransId="{04E3A035-2A50-864B-859E-A3A19AD973E3}" sibTransId="{C01259BC-951C-D644-9B08-11DA724618CC}"/>
    <dgm:cxn modelId="{FDF3A392-0FE8-7746-8C87-E1C9561701A7}" type="presOf" srcId="{1B566CC4-CF5D-234D-BA7D-3ABAA17BAF67}" destId="{A26E8600-DA39-1B4E-92BE-1721FD524F6C}" srcOrd="0" destOrd="0" presId="urn:microsoft.com/office/officeart/2005/8/layout/target3"/>
    <dgm:cxn modelId="{9E3C6D95-BC9B-FD43-AE95-08558C147AB4}" srcId="{7514CD5D-30AB-3446-9698-0842C45EC773}" destId="{C79C454F-62F4-7449-9DF4-5FAFA2418F29}" srcOrd="1" destOrd="0" parTransId="{67AA5B2B-FA23-F240-9AD2-8F87B991EE97}" sibTransId="{B0E1103A-BEBB-E84E-BD0C-325DB4F855B3}"/>
    <dgm:cxn modelId="{EA16E1A8-180D-6C46-9BE7-777F637B5AC4}" type="presOf" srcId="{813626A2-0F6C-3047-8EA9-9ACFC27F8B36}" destId="{7911FDB6-0D7D-1A4F-B58B-C25BC84F586C}" srcOrd="0" destOrd="0" presId="urn:microsoft.com/office/officeart/2005/8/layout/target3"/>
    <dgm:cxn modelId="{41D473B7-7251-BA47-B139-510999467E97}" type="presOf" srcId="{DCB4EEBE-863A-EE42-A4BE-C9B87472B968}" destId="{B11351DA-9725-9A45-9286-4D1450FA5DD5}" srcOrd="0" destOrd="0" presId="urn:microsoft.com/office/officeart/2005/8/layout/target3"/>
    <dgm:cxn modelId="{30DFEED2-682D-DC42-B83B-0CC6CF23D592}" type="presOf" srcId="{B4EF8142-4069-C24C-A499-E7F3C4F93CC7}" destId="{A1CEF00E-8F9B-C643-92D7-8FACF30D1312}" srcOrd="1" destOrd="0" presId="urn:microsoft.com/office/officeart/2005/8/layout/target3"/>
    <dgm:cxn modelId="{9D4FE3DB-8A9D-344C-9349-CF1E476EA480}" type="presOf" srcId="{DCB4EEBE-863A-EE42-A4BE-C9B87472B968}" destId="{A5243A4A-8FDC-6E4E-93B3-99D16BC8C7F8}" srcOrd="1" destOrd="0" presId="urn:microsoft.com/office/officeart/2005/8/layout/target3"/>
    <dgm:cxn modelId="{2D46C3F3-F6F4-C848-85CD-5EC0AEF21410}" type="presOf" srcId="{1B566CC4-CF5D-234D-BA7D-3ABAA17BAF67}" destId="{0418FB91-2744-3748-8E06-5E077B1E3115}" srcOrd="1" destOrd="0" presId="urn:microsoft.com/office/officeart/2005/8/layout/target3"/>
    <dgm:cxn modelId="{D7B961F8-68E1-F94C-9967-4B2E35A5DCD6}" srcId="{7514CD5D-30AB-3446-9698-0842C45EC773}" destId="{B4EF8142-4069-C24C-A499-E7F3C4F93CC7}" srcOrd="4" destOrd="0" parTransId="{084639DB-3973-AA49-9893-4A322FE75077}" sibTransId="{BE84C354-C70E-8848-B25A-DA55F18DA135}"/>
    <dgm:cxn modelId="{B5F31AFA-F40F-974B-953A-FBCEBC0D6C56}" type="presOf" srcId="{813626A2-0F6C-3047-8EA9-9ACFC27F8B36}" destId="{A02DA9CC-55B9-B14B-8583-A0674EE7E86C}" srcOrd="1" destOrd="0" presId="urn:microsoft.com/office/officeart/2005/8/layout/target3"/>
    <dgm:cxn modelId="{73A375E8-4210-E44C-86FC-633AB0FC3B75}" type="presParOf" srcId="{C444E3D9-C28E-B749-918E-54A56B0A2ACB}" destId="{0A924C92-C969-1744-8741-EE7F4AAD0C57}" srcOrd="0" destOrd="0" presId="urn:microsoft.com/office/officeart/2005/8/layout/target3"/>
    <dgm:cxn modelId="{4DA8E6BC-8BDE-2A40-BABB-8672745F7212}" type="presParOf" srcId="{C444E3D9-C28E-B749-918E-54A56B0A2ACB}" destId="{3EB027D1-644A-CA44-B370-320DCC88646C}" srcOrd="1" destOrd="0" presId="urn:microsoft.com/office/officeart/2005/8/layout/target3"/>
    <dgm:cxn modelId="{A27971BB-48DF-2340-8375-CCB84566788E}" type="presParOf" srcId="{C444E3D9-C28E-B749-918E-54A56B0A2ACB}" destId="{A26E8600-DA39-1B4E-92BE-1721FD524F6C}" srcOrd="2" destOrd="0" presId="urn:microsoft.com/office/officeart/2005/8/layout/target3"/>
    <dgm:cxn modelId="{CDC04821-5341-CB42-902E-C28EDC99FA5C}" type="presParOf" srcId="{C444E3D9-C28E-B749-918E-54A56B0A2ACB}" destId="{BF1D20B6-E318-0641-BA69-36963DFC357E}" srcOrd="3" destOrd="0" presId="urn:microsoft.com/office/officeart/2005/8/layout/target3"/>
    <dgm:cxn modelId="{B36C0224-6477-E142-94CA-7FA0599EBB3A}" type="presParOf" srcId="{C444E3D9-C28E-B749-918E-54A56B0A2ACB}" destId="{95E775A6-802A-E544-95FA-50C0A7297E2E}" srcOrd="4" destOrd="0" presId="urn:microsoft.com/office/officeart/2005/8/layout/target3"/>
    <dgm:cxn modelId="{A5E4812F-C0F9-1A4C-B361-D660104CD1E1}" type="presParOf" srcId="{C444E3D9-C28E-B749-918E-54A56B0A2ACB}" destId="{877900FB-BDA3-C44C-B3AE-1372622435A8}" srcOrd="5" destOrd="0" presId="urn:microsoft.com/office/officeart/2005/8/layout/target3"/>
    <dgm:cxn modelId="{CD5AE0C2-A130-9F49-B909-AE944FD13B75}" type="presParOf" srcId="{C444E3D9-C28E-B749-918E-54A56B0A2ACB}" destId="{84815E61-650C-DB44-8A98-D9021101896F}" srcOrd="6" destOrd="0" presId="urn:microsoft.com/office/officeart/2005/8/layout/target3"/>
    <dgm:cxn modelId="{00029CA5-FC49-6946-BEC0-24EEFC6F2008}" type="presParOf" srcId="{C444E3D9-C28E-B749-918E-54A56B0A2ACB}" destId="{287FD87F-9085-974C-B2EF-3558755CF099}" srcOrd="7" destOrd="0" presId="urn:microsoft.com/office/officeart/2005/8/layout/target3"/>
    <dgm:cxn modelId="{75DAD57E-371C-1046-A528-70A3D21F2E46}" type="presParOf" srcId="{C444E3D9-C28E-B749-918E-54A56B0A2ACB}" destId="{B11351DA-9725-9A45-9286-4D1450FA5DD5}" srcOrd="8" destOrd="0" presId="urn:microsoft.com/office/officeart/2005/8/layout/target3"/>
    <dgm:cxn modelId="{5D739AC5-43FE-2C4A-913B-A7F17BB18786}" type="presParOf" srcId="{C444E3D9-C28E-B749-918E-54A56B0A2ACB}" destId="{1257C952-4459-CC4E-8FF0-9FBC46DF04BB}" srcOrd="9" destOrd="0" presId="urn:microsoft.com/office/officeart/2005/8/layout/target3"/>
    <dgm:cxn modelId="{D292FD7F-DFC4-7C4E-B798-82E656208F27}" type="presParOf" srcId="{C444E3D9-C28E-B749-918E-54A56B0A2ACB}" destId="{B948F10D-EB84-8545-A61E-74D619E31E77}" srcOrd="10" destOrd="0" presId="urn:microsoft.com/office/officeart/2005/8/layout/target3"/>
    <dgm:cxn modelId="{4A18357E-217A-CB4E-BCCD-A7AF652343B6}" type="presParOf" srcId="{C444E3D9-C28E-B749-918E-54A56B0A2ACB}" destId="{7911FDB6-0D7D-1A4F-B58B-C25BC84F586C}" srcOrd="11" destOrd="0" presId="urn:microsoft.com/office/officeart/2005/8/layout/target3"/>
    <dgm:cxn modelId="{6B38870F-D70F-3740-BD03-1E9F76965625}" type="presParOf" srcId="{C444E3D9-C28E-B749-918E-54A56B0A2ACB}" destId="{BADD0C05-ECB0-EA41-A52C-6E56C0FA5EC7}" srcOrd="12" destOrd="0" presId="urn:microsoft.com/office/officeart/2005/8/layout/target3"/>
    <dgm:cxn modelId="{E2A2428F-7927-BD45-A81C-DBFD8A2EC53A}" type="presParOf" srcId="{C444E3D9-C28E-B749-918E-54A56B0A2ACB}" destId="{36091CDB-C40D-6149-87FB-658D0D4C6188}" srcOrd="13" destOrd="0" presId="urn:microsoft.com/office/officeart/2005/8/layout/target3"/>
    <dgm:cxn modelId="{C64EEAC2-EA55-B741-99D7-7246B874442F}" type="presParOf" srcId="{C444E3D9-C28E-B749-918E-54A56B0A2ACB}" destId="{21977B8E-1584-954D-91DD-7306254794F9}" srcOrd="14" destOrd="0" presId="urn:microsoft.com/office/officeart/2005/8/layout/target3"/>
    <dgm:cxn modelId="{B09D8A25-774E-1F4A-A60A-908DA0CB375E}" type="presParOf" srcId="{C444E3D9-C28E-B749-918E-54A56B0A2ACB}" destId="{0418FB91-2744-3748-8E06-5E077B1E3115}" srcOrd="15" destOrd="0" presId="urn:microsoft.com/office/officeart/2005/8/layout/target3"/>
    <dgm:cxn modelId="{8CC007AA-64D6-6C4F-8E41-EF7BBCE71F70}" type="presParOf" srcId="{C444E3D9-C28E-B749-918E-54A56B0A2ACB}" destId="{572BC9EF-9329-1E4C-B65D-57F90AD70854}" srcOrd="16" destOrd="0" presId="urn:microsoft.com/office/officeart/2005/8/layout/target3"/>
    <dgm:cxn modelId="{7A99CA62-9F57-144A-92F3-0ABEC6EB5FCC}" type="presParOf" srcId="{C444E3D9-C28E-B749-918E-54A56B0A2ACB}" destId="{A5243A4A-8FDC-6E4E-93B3-99D16BC8C7F8}" srcOrd="17" destOrd="0" presId="urn:microsoft.com/office/officeart/2005/8/layout/target3"/>
    <dgm:cxn modelId="{927AF773-C109-3147-A084-28EA2A750EDF}" type="presParOf" srcId="{C444E3D9-C28E-B749-918E-54A56B0A2ACB}" destId="{A02DA9CC-55B9-B14B-8583-A0674EE7E86C}" srcOrd="18" destOrd="0" presId="urn:microsoft.com/office/officeart/2005/8/layout/target3"/>
    <dgm:cxn modelId="{B6373BB4-DE4A-FE47-BC2E-EB990FDBED16}" type="presParOf" srcId="{C444E3D9-C28E-B749-918E-54A56B0A2ACB}" destId="{A1CEF00E-8F9B-C643-92D7-8FACF30D1312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5DC918C-44A0-3644-B704-769763ACA8E0}" type="doc">
      <dgm:prSet loTypeId="urn:microsoft.com/office/officeart/2005/8/layout/lProcess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6AFFE38-1D65-6140-91F2-14A64412DCE6}">
      <dgm:prSet phldrT="[Text]"/>
      <dgm:spPr/>
      <dgm:t>
        <a:bodyPr/>
        <a:lstStyle/>
        <a:p>
          <a:r>
            <a:rPr lang="en-HK" dirty="0"/>
            <a:t>No minimum SPEC (ISO 8217:2010) is stated / agreed with supplier while bunker is stemmed</a:t>
          </a:r>
          <a:endParaRPr lang="en-GB" dirty="0"/>
        </a:p>
      </dgm:t>
    </dgm:pt>
    <dgm:pt modelId="{BFD141F7-6F3C-264F-BB33-42E504763C72}" type="parTrans" cxnId="{1E08EB93-DA2E-2440-9078-32A514ECE594}">
      <dgm:prSet/>
      <dgm:spPr/>
      <dgm:t>
        <a:bodyPr/>
        <a:lstStyle/>
        <a:p>
          <a:endParaRPr lang="en-GB"/>
        </a:p>
      </dgm:t>
    </dgm:pt>
    <dgm:pt modelId="{8996B4B7-E455-2E49-B446-8779ADA7EB84}" type="sibTrans" cxnId="{1E08EB93-DA2E-2440-9078-32A514ECE594}">
      <dgm:prSet/>
      <dgm:spPr/>
      <dgm:t>
        <a:bodyPr/>
        <a:lstStyle/>
        <a:p>
          <a:endParaRPr lang="en-GB"/>
        </a:p>
      </dgm:t>
    </dgm:pt>
    <dgm:pt modelId="{2A028028-D269-6241-965C-6723FC72378A}">
      <dgm:prSet phldrT="[Text]"/>
      <dgm:spPr/>
      <dgm:t>
        <a:bodyPr/>
        <a:lstStyle/>
        <a:p>
          <a:r>
            <a:rPr lang="en-GB" dirty="0"/>
            <a:t>COQ provided while bunkering is limited to basic specs for MARPOL compliance / Limited ability to press claims</a:t>
          </a:r>
        </a:p>
      </dgm:t>
    </dgm:pt>
    <dgm:pt modelId="{2BD2B204-C84F-A94F-B825-AB6F8C9B9424}" type="parTrans" cxnId="{E10BDAAF-7275-DB43-8E66-D57A4E77E929}">
      <dgm:prSet/>
      <dgm:spPr/>
      <dgm:t>
        <a:bodyPr/>
        <a:lstStyle/>
        <a:p>
          <a:endParaRPr lang="en-GB"/>
        </a:p>
      </dgm:t>
    </dgm:pt>
    <dgm:pt modelId="{04263B64-9219-3549-BA9B-D31B735C5FB1}" type="sibTrans" cxnId="{E10BDAAF-7275-DB43-8E66-D57A4E77E929}">
      <dgm:prSet/>
      <dgm:spPr/>
      <dgm:t>
        <a:bodyPr/>
        <a:lstStyle/>
        <a:p>
          <a:endParaRPr lang="en-GB"/>
        </a:p>
      </dgm:t>
    </dgm:pt>
    <dgm:pt modelId="{6ECE07D1-1C1C-3B48-9D96-18FCF29C8E8D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GB" dirty="0"/>
            <a:t>Limited ability to press claims or insist </a:t>
          </a:r>
          <a:r>
            <a:rPr lang="en-GB" dirty="0" err="1"/>
            <a:t>debunkering</a:t>
          </a:r>
          <a:endParaRPr lang="en-GB" dirty="0"/>
        </a:p>
      </dgm:t>
    </dgm:pt>
    <dgm:pt modelId="{9AD24482-1114-974F-A958-50C8452FADE8}" type="parTrans" cxnId="{E55E10AA-D40A-7440-8CE8-2A2303F5D00A}">
      <dgm:prSet/>
      <dgm:spPr/>
      <dgm:t>
        <a:bodyPr/>
        <a:lstStyle/>
        <a:p>
          <a:endParaRPr lang="en-GB"/>
        </a:p>
      </dgm:t>
    </dgm:pt>
    <dgm:pt modelId="{AD669C12-FE74-7041-B7DF-405608508F4D}" type="sibTrans" cxnId="{E55E10AA-D40A-7440-8CE8-2A2303F5D00A}">
      <dgm:prSet/>
      <dgm:spPr/>
      <dgm:t>
        <a:bodyPr/>
        <a:lstStyle/>
        <a:p>
          <a:endParaRPr lang="en-GB"/>
        </a:p>
      </dgm:t>
    </dgm:pt>
    <dgm:pt modelId="{50590D83-75D6-FD41-B09C-C4AC268C0AE1}">
      <dgm:prSet phldrT="[Text]"/>
      <dgm:spPr/>
      <dgm:t>
        <a:bodyPr/>
        <a:lstStyle/>
        <a:p>
          <a:r>
            <a:rPr lang="en-HK" dirty="0"/>
            <a:t>No option of receiving representative COQ prior bunkering</a:t>
          </a:r>
          <a:endParaRPr lang="en-GB" dirty="0"/>
        </a:p>
      </dgm:t>
    </dgm:pt>
    <dgm:pt modelId="{59E391BC-F686-7048-8BC7-FA670986E769}" type="parTrans" cxnId="{6F41B842-2590-124B-84C5-8657551C1B50}">
      <dgm:prSet/>
      <dgm:spPr/>
      <dgm:t>
        <a:bodyPr/>
        <a:lstStyle/>
        <a:p>
          <a:endParaRPr lang="en-GB"/>
        </a:p>
      </dgm:t>
    </dgm:pt>
    <dgm:pt modelId="{157C17D6-D024-7D44-B79F-15C2AE375FA0}" type="sibTrans" cxnId="{6F41B842-2590-124B-84C5-8657551C1B50}">
      <dgm:prSet/>
      <dgm:spPr/>
      <dgm:t>
        <a:bodyPr/>
        <a:lstStyle/>
        <a:p>
          <a:endParaRPr lang="en-GB"/>
        </a:p>
      </dgm:t>
    </dgm:pt>
    <dgm:pt modelId="{305ABE46-907B-8E40-BF36-E67C78D3C7F5}">
      <dgm:prSet phldrT="[Text]"/>
      <dgm:spPr/>
      <dgm:t>
        <a:bodyPr/>
        <a:lstStyle/>
        <a:p>
          <a:r>
            <a:rPr lang="en-GB" dirty="0"/>
            <a:t>Limited supplier base therefore cannot demand</a:t>
          </a:r>
        </a:p>
      </dgm:t>
    </dgm:pt>
    <dgm:pt modelId="{CBB8E4A7-081D-5842-8BB3-2056F18A9919}" type="parTrans" cxnId="{29985506-3CCB-B041-99B4-412C7C006648}">
      <dgm:prSet/>
      <dgm:spPr/>
      <dgm:t>
        <a:bodyPr/>
        <a:lstStyle/>
        <a:p>
          <a:endParaRPr lang="en-GB"/>
        </a:p>
      </dgm:t>
    </dgm:pt>
    <dgm:pt modelId="{0696D2CA-2E52-6740-891E-719466C5CD7D}" type="sibTrans" cxnId="{29985506-3CCB-B041-99B4-412C7C006648}">
      <dgm:prSet/>
      <dgm:spPr/>
      <dgm:t>
        <a:bodyPr/>
        <a:lstStyle/>
        <a:p>
          <a:endParaRPr lang="en-GB"/>
        </a:p>
      </dgm:t>
    </dgm:pt>
    <dgm:pt modelId="{E645D6A0-B681-674A-87AA-0CED03A279F8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GB" dirty="0"/>
            <a:t>Bunker ordering is usually based on the most economic price</a:t>
          </a:r>
        </a:p>
      </dgm:t>
    </dgm:pt>
    <dgm:pt modelId="{BD291AB6-7B02-DC4A-8255-D7D271B7B0D7}" type="parTrans" cxnId="{F61A013A-CCE3-7343-9B26-F4A5EC257A75}">
      <dgm:prSet/>
      <dgm:spPr/>
      <dgm:t>
        <a:bodyPr/>
        <a:lstStyle/>
        <a:p>
          <a:endParaRPr lang="en-GB"/>
        </a:p>
      </dgm:t>
    </dgm:pt>
    <dgm:pt modelId="{50F5944A-72C1-6C43-88C5-930AE9E27ACD}" type="sibTrans" cxnId="{F61A013A-CCE3-7343-9B26-F4A5EC257A75}">
      <dgm:prSet/>
      <dgm:spPr/>
      <dgm:t>
        <a:bodyPr/>
        <a:lstStyle/>
        <a:p>
          <a:endParaRPr lang="en-GB"/>
        </a:p>
      </dgm:t>
    </dgm:pt>
    <dgm:pt modelId="{4C29177D-4892-1949-AD41-CE7AFD226B04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HK" dirty="0"/>
            <a:t>Bunker Quality Group is not in CC to majority of Bunker Nomination emails</a:t>
          </a:r>
          <a:endParaRPr lang="en-GB" dirty="0"/>
        </a:p>
      </dgm:t>
    </dgm:pt>
    <dgm:pt modelId="{C53E5DDD-7B23-EC48-AE7D-3A53A0B46680}" type="parTrans" cxnId="{F3A1840D-3A1C-ED43-BC89-0C017247D3C0}">
      <dgm:prSet/>
      <dgm:spPr/>
      <dgm:t>
        <a:bodyPr/>
        <a:lstStyle/>
        <a:p>
          <a:endParaRPr lang="en-GB"/>
        </a:p>
      </dgm:t>
    </dgm:pt>
    <dgm:pt modelId="{3F795ACF-12C3-CB4D-8D8A-3631161A12FC}" type="sibTrans" cxnId="{F3A1840D-3A1C-ED43-BC89-0C017247D3C0}">
      <dgm:prSet/>
      <dgm:spPr/>
      <dgm:t>
        <a:bodyPr/>
        <a:lstStyle/>
        <a:p>
          <a:endParaRPr lang="en-GB"/>
        </a:p>
      </dgm:t>
    </dgm:pt>
    <dgm:pt modelId="{5689931B-34F8-224D-8391-6975CAFBC5D0}">
      <dgm:prSet phldrT="[Text]"/>
      <dgm:spPr/>
      <dgm:t>
        <a:bodyPr/>
        <a:lstStyle/>
        <a:p>
          <a:r>
            <a:rPr lang="en-GB" dirty="0"/>
            <a:t>TSI / TM are sometimes be in CC but lack of oversight</a:t>
          </a:r>
        </a:p>
      </dgm:t>
    </dgm:pt>
    <dgm:pt modelId="{080A055C-F462-164C-BD70-2271D4A7EF73}" type="parTrans" cxnId="{260DDB04-276B-1345-885B-14ADC65B45FE}">
      <dgm:prSet/>
      <dgm:spPr/>
      <dgm:t>
        <a:bodyPr/>
        <a:lstStyle/>
        <a:p>
          <a:endParaRPr lang="en-GB"/>
        </a:p>
      </dgm:t>
    </dgm:pt>
    <dgm:pt modelId="{E22C0772-BC48-4941-8234-5B5EAEC446F7}" type="sibTrans" cxnId="{260DDB04-276B-1345-885B-14ADC65B45FE}">
      <dgm:prSet/>
      <dgm:spPr/>
      <dgm:t>
        <a:bodyPr/>
        <a:lstStyle/>
        <a:p>
          <a:endParaRPr lang="en-GB"/>
        </a:p>
      </dgm:t>
    </dgm:pt>
    <dgm:pt modelId="{BCD170FB-BB49-7542-A6EC-81EE5F2AC41B}">
      <dgm:prSet phldrT="[Text]" phldr="1"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GB" dirty="0"/>
        </a:p>
      </dgm:t>
    </dgm:pt>
    <dgm:pt modelId="{00DD221C-7D0B-0148-89F2-E9A5AF2CD1CE}" type="parTrans" cxnId="{BF7740A1-7AC0-BD48-94E7-E854ECA2CF08}">
      <dgm:prSet/>
      <dgm:spPr/>
      <dgm:t>
        <a:bodyPr/>
        <a:lstStyle/>
        <a:p>
          <a:endParaRPr lang="en-GB"/>
        </a:p>
      </dgm:t>
    </dgm:pt>
    <dgm:pt modelId="{B0FC58A0-2FB8-9147-87E5-286183444E30}" type="sibTrans" cxnId="{BF7740A1-7AC0-BD48-94E7-E854ECA2CF08}">
      <dgm:prSet/>
      <dgm:spPr/>
      <dgm:t>
        <a:bodyPr/>
        <a:lstStyle/>
        <a:p>
          <a:endParaRPr lang="en-GB"/>
        </a:p>
      </dgm:t>
    </dgm:pt>
    <dgm:pt modelId="{BBD0019E-5CC8-0D47-9AAB-672997E0CEFB}" type="pres">
      <dgm:prSet presAssocID="{D5DC918C-44A0-3644-B704-769763ACA8E0}" presName="theList" presStyleCnt="0">
        <dgm:presLayoutVars>
          <dgm:dir/>
          <dgm:animLvl val="lvl"/>
          <dgm:resizeHandles val="exact"/>
        </dgm:presLayoutVars>
      </dgm:prSet>
      <dgm:spPr/>
    </dgm:pt>
    <dgm:pt modelId="{5EEFD7A3-1101-DD40-8DFD-F68DACC83CAB}" type="pres">
      <dgm:prSet presAssocID="{66AFFE38-1D65-6140-91F2-14A64412DCE6}" presName="compNode" presStyleCnt="0"/>
      <dgm:spPr/>
    </dgm:pt>
    <dgm:pt modelId="{5DBE85F5-6A0B-7749-BE06-7A6AE59A8F12}" type="pres">
      <dgm:prSet presAssocID="{66AFFE38-1D65-6140-91F2-14A64412DCE6}" presName="aNode" presStyleLbl="bgShp" presStyleIdx="0" presStyleCnt="3"/>
      <dgm:spPr/>
    </dgm:pt>
    <dgm:pt modelId="{39423828-DDAB-8D43-BF02-C43277F86EDC}" type="pres">
      <dgm:prSet presAssocID="{66AFFE38-1D65-6140-91F2-14A64412DCE6}" presName="textNode" presStyleLbl="bgShp" presStyleIdx="0" presStyleCnt="3"/>
      <dgm:spPr/>
    </dgm:pt>
    <dgm:pt modelId="{D98E2F69-71F8-754E-BAB8-88C6EAC535A0}" type="pres">
      <dgm:prSet presAssocID="{66AFFE38-1D65-6140-91F2-14A64412DCE6}" presName="compChildNode" presStyleCnt="0"/>
      <dgm:spPr/>
    </dgm:pt>
    <dgm:pt modelId="{8798E21B-94D2-1045-B8E3-AAF2C6054AA6}" type="pres">
      <dgm:prSet presAssocID="{66AFFE38-1D65-6140-91F2-14A64412DCE6}" presName="theInnerList" presStyleCnt="0"/>
      <dgm:spPr/>
    </dgm:pt>
    <dgm:pt modelId="{FBBCC8C1-75D9-8E46-B25F-CF272AA6A3DE}" type="pres">
      <dgm:prSet presAssocID="{2A028028-D269-6241-965C-6723FC72378A}" presName="childNode" presStyleLbl="node1" presStyleIdx="0" presStyleCnt="6">
        <dgm:presLayoutVars>
          <dgm:bulletEnabled val="1"/>
        </dgm:presLayoutVars>
      </dgm:prSet>
      <dgm:spPr/>
    </dgm:pt>
    <dgm:pt modelId="{4F934975-8B22-0248-B1D1-A36E4FB3E622}" type="pres">
      <dgm:prSet presAssocID="{2A028028-D269-6241-965C-6723FC72378A}" presName="aSpace2" presStyleCnt="0"/>
      <dgm:spPr/>
    </dgm:pt>
    <dgm:pt modelId="{5A9014F9-2FE6-A644-B474-C0DB3A370A47}" type="pres">
      <dgm:prSet presAssocID="{6ECE07D1-1C1C-3B48-9D96-18FCF29C8E8D}" presName="childNode" presStyleLbl="node1" presStyleIdx="1" presStyleCnt="6">
        <dgm:presLayoutVars>
          <dgm:bulletEnabled val="1"/>
        </dgm:presLayoutVars>
      </dgm:prSet>
      <dgm:spPr/>
    </dgm:pt>
    <dgm:pt modelId="{B72650E0-1167-DE47-9780-0EC7DC3C165E}" type="pres">
      <dgm:prSet presAssocID="{66AFFE38-1D65-6140-91F2-14A64412DCE6}" presName="aSpace" presStyleCnt="0"/>
      <dgm:spPr/>
    </dgm:pt>
    <dgm:pt modelId="{474585C3-E8F5-8442-B764-F7AA61FBFE9E}" type="pres">
      <dgm:prSet presAssocID="{50590D83-75D6-FD41-B09C-C4AC268C0AE1}" presName="compNode" presStyleCnt="0"/>
      <dgm:spPr/>
    </dgm:pt>
    <dgm:pt modelId="{6713C564-986B-F645-841C-B8217EF6697F}" type="pres">
      <dgm:prSet presAssocID="{50590D83-75D6-FD41-B09C-C4AC268C0AE1}" presName="aNode" presStyleLbl="bgShp" presStyleIdx="1" presStyleCnt="3"/>
      <dgm:spPr/>
    </dgm:pt>
    <dgm:pt modelId="{0D25EF5D-EDAF-0244-900E-DC287250EB51}" type="pres">
      <dgm:prSet presAssocID="{50590D83-75D6-FD41-B09C-C4AC268C0AE1}" presName="textNode" presStyleLbl="bgShp" presStyleIdx="1" presStyleCnt="3"/>
      <dgm:spPr/>
    </dgm:pt>
    <dgm:pt modelId="{6B3BBA84-0FA8-0D41-8539-E0876395059A}" type="pres">
      <dgm:prSet presAssocID="{50590D83-75D6-FD41-B09C-C4AC268C0AE1}" presName="compChildNode" presStyleCnt="0"/>
      <dgm:spPr/>
    </dgm:pt>
    <dgm:pt modelId="{B21B7444-983C-7843-A553-685C6EC41758}" type="pres">
      <dgm:prSet presAssocID="{50590D83-75D6-FD41-B09C-C4AC268C0AE1}" presName="theInnerList" presStyleCnt="0"/>
      <dgm:spPr/>
    </dgm:pt>
    <dgm:pt modelId="{6D32D09E-5F03-C749-BA07-B8AA890A2555}" type="pres">
      <dgm:prSet presAssocID="{305ABE46-907B-8E40-BF36-E67C78D3C7F5}" presName="childNode" presStyleLbl="node1" presStyleIdx="2" presStyleCnt="6">
        <dgm:presLayoutVars>
          <dgm:bulletEnabled val="1"/>
        </dgm:presLayoutVars>
      </dgm:prSet>
      <dgm:spPr/>
    </dgm:pt>
    <dgm:pt modelId="{32FE786F-91BC-8A4C-806B-DFA32E0811FE}" type="pres">
      <dgm:prSet presAssocID="{305ABE46-907B-8E40-BF36-E67C78D3C7F5}" presName="aSpace2" presStyleCnt="0"/>
      <dgm:spPr/>
    </dgm:pt>
    <dgm:pt modelId="{6B259203-214D-3847-95C5-9D415A33FF07}" type="pres">
      <dgm:prSet presAssocID="{E645D6A0-B681-674A-87AA-0CED03A279F8}" presName="childNode" presStyleLbl="node1" presStyleIdx="3" presStyleCnt="6">
        <dgm:presLayoutVars>
          <dgm:bulletEnabled val="1"/>
        </dgm:presLayoutVars>
      </dgm:prSet>
      <dgm:spPr/>
    </dgm:pt>
    <dgm:pt modelId="{C36ADF73-18FC-3248-BB90-5D8FAF8670FB}" type="pres">
      <dgm:prSet presAssocID="{50590D83-75D6-FD41-B09C-C4AC268C0AE1}" presName="aSpace" presStyleCnt="0"/>
      <dgm:spPr/>
    </dgm:pt>
    <dgm:pt modelId="{0D4DCB01-7A74-3740-ACAC-07BE4C6B8F2C}" type="pres">
      <dgm:prSet presAssocID="{4C29177D-4892-1949-AD41-CE7AFD226B04}" presName="compNode" presStyleCnt="0"/>
      <dgm:spPr/>
    </dgm:pt>
    <dgm:pt modelId="{97B1578A-1137-F948-9D4C-3D92F347C090}" type="pres">
      <dgm:prSet presAssocID="{4C29177D-4892-1949-AD41-CE7AFD226B04}" presName="aNode" presStyleLbl="bgShp" presStyleIdx="2" presStyleCnt="3"/>
      <dgm:spPr/>
    </dgm:pt>
    <dgm:pt modelId="{7EFC2BC1-090F-314E-8932-299761637E6E}" type="pres">
      <dgm:prSet presAssocID="{4C29177D-4892-1949-AD41-CE7AFD226B04}" presName="textNode" presStyleLbl="bgShp" presStyleIdx="2" presStyleCnt="3"/>
      <dgm:spPr/>
    </dgm:pt>
    <dgm:pt modelId="{7894C8CE-7717-C245-AB6C-50BB5FB61745}" type="pres">
      <dgm:prSet presAssocID="{4C29177D-4892-1949-AD41-CE7AFD226B04}" presName="compChildNode" presStyleCnt="0"/>
      <dgm:spPr/>
    </dgm:pt>
    <dgm:pt modelId="{9946F487-CF14-404E-8F73-339269CAF59B}" type="pres">
      <dgm:prSet presAssocID="{4C29177D-4892-1949-AD41-CE7AFD226B04}" presName="theInnerList" presStyleCnt="0"/>
      <dgm:spPr/>
    </dgm:pt>
    <dgm:pt modelId="{D3BEC3EE-8087-D74D-BB58-5F895998FDB7}" type="pres">
      <dgm:prSet presAssocID="{5689931B-34F8-224D-8391-6975CAFBC5D0}" presName="childNode" presStyleLbl="node1" presStyleIdx="4" presStyleCnt="6">
        <dgm:presLayoutVars>
          <dgm:bulletEnabled val="1"/>
        </dgm:presLayoutVars>
      </dgm:prSet>
      <dgm:spPr/>
    </dgm:pt>
    <dgm:pt modelId="{FAE551E2-25E2-8A46-A811-09C2A99BD405}" type="pres">
      <dgm:prSet presAssocID="{5689931B-34F8-224D-8391-6975CAFBC5D0}" presName="aSpace2" presStyleCnt="0"/>
      <dgm:spPr/>
    </dgm:pt>
    <dgm:pt modelId="{AB0EA3D5-28D2-7645-84A6-843E6165C9BB}" type="pres">
      <dgm:prSet presAssocID="{BCD170FB-BB49-7542-A6EC-81EE5F2AC41B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260DDB04-276B-1345-885B-14ADC65B45FE}" srcId="{4C29177D-4892-1949-AD41-CE7AFD226B04}" destId="{5689931B-34F8-224D-8391-6975CAFBC5D0}" srcOrd="0" destOrd="0" parTransId="{080A055C-F462-164C-BD70-2271D4A7EF73}" sibTransId="{E22C0772-BC48-4941-8234-5B5EAEC446F7}"/>
    <dgm:cxn modelId="{29985506-3CCB-B041-99B4-412C7C006648}" srcId="{50590D83-75D6-FD41-B09C-C4AC268C0AE1}" destId="{305ABE46-907B-8E40-BF36-E67C78D3C7F5}" srcOrd="0" destOrd="0" parTransId="{CBB8E4A7-081D-5842-8BB3-2056F18A9919}" sibTransId="{0696D2CA-2E52-6740-891E-719466C5CD7D}"/>
    <dgm:cxn modelId="{C4FAAF07-8B3E-3641-BA96-6DD8CC9C391A}" type="presOf" srcId="{66AFFE38-1D65-6140-91F2-14A64412DCE6}" destId="{5DBE85F5-6A0B-7749-BE06-7A6AE59A8F12}" srcOrd="0" destOrd="0" presId="urn:microsoft.com/office/officeart/2005/8/layout/lProcess2"/>
    <dgm:cxn modelId="{F3A1840D-3A1C-ED43-BC89-0C017247D3C0}" srcId="{D5DC918C-44A0-3644-B704-769763ACA8E0}" destId="{4C29177D-4892-1949-AD41-CE7AFD226B04}" srcOrd="2" destOrd="0" parTransId="{C53E5DDD-7B23-EC48-AE7D-3A53A0B46680}" sibTransId="{3F795ACF-12C3-CB4D-8D8A-3631161A12FC}"/>
    <dgm:cxn modelId="{C8832624-8442-4A47-8EC5-06C38C0E1F9C}" type="presOf" srcId="{4C29177D-4892-1949-AD41-CE7AFD226B04}" destId="{97B1578A-1137-F948-9D4C-3D92F347C090}" srcOrd="0" destOrd="0" presId="urn:microsoft.com/office/officeart/2005/8/layout/lProcess2"/>
    <dgm:cxn modelId="{6611A232-6F62-924B-A6A9-C7E16B19921D}" type="presOf" srcId="{66AFFE38-1D65-6140-91F2-14A64412DCE6}" destId="{39423828-DDAB-8D43-BF02-C43277F86EDC}" srcOrd="1" destOrd="0" presId="urn:microsoft.com/office/officeart/2005/8/layout/lProcess2"/>
    <dgm:cxn modelId="{F61A013A-CCE3-7343-9B26-F4A5EC257A75}" srcId="{50590D83-75D6-FD41-B09C-C4AC268C0AE1}" destId="{E645D6A0-B681-674A-87AA-0CED03A279F8}" srcOrd="1" destOrd="0" parTransId="{BD291AB6-7B02-DC4A-8255-D7D271B7B0D7}" sibTransId="{50F5944A-72C1-6C43-88C5-930AE9E27ACD}"/>
    <dgm:cxn modelId="{6F41B842-2590-124B-84C5-8657551C1B50}" srcId="{D5DC918C-44A0-3644-B704-769763ACA8E0}" destId="{50590D83-75D6-FD41-B09C-C4AC268C0AE1}" srcOrd="1" destOrd="0" parTransId="{59E391BC-F686-7048-8BC7-FA670986E769}" sibTransId="{157C17D6-D024-7D44-B79F-15C2AE375FA0}"/>
    <dgm:cxn modelId="{C2DE8659-7630-E44A-895D-051D250E4364}" type="presOf" srcId="{4C29177D-4892-1949-AD41-CE7AFD226B04}" destId="{7EFC2BC1-090F-314E-8932-299761637E6E}" srcOrd="1" destOrd="0" presId="urn:microsoft.com/office/officeart/2005/8/layout/lProcess2"/>
    <dgm:cxn modelId="{E31C7665-FB29-EF46-9848-50F83734B6F4}" type="presOf" srcId="{50590D83-75D6-FD41-B09C-C4AC268C0AE1}" destId="{0D25EF5D-EDAF-0244-900E-DC287250EB51}" srcOrd="1" destOrd="0" presId="urn:microsoft.com/office/officeart/2005/8/layout/lProcess2"/>
    <dgm:cxn modelId="{6212EB67-248C-3C47-AD84-9A5702DCA6D6}" type="presOf" srcId="{305ABE46-907B-8E40-BF36-E67C78D3C7F5}" destId="{6D32D09E-5F03-C749-BA07-B8AA890A2555}" srcOrd="0" destOrd="0" presId="urn:microsoft.com/office/officeart/2005/8/layout/lProcess2"/>
    <dgm:cxn modelId="{8DABC56D-9423-174B-8696-248EB230D064}" type="presOf" srcId="{5689931B-34F8-224D-8391-6975CAFBC5D0}" destId="{D3BEC3EE-8087-D74D-BB58-5F895998FDB7}" srcOrd="0" destOrd="0" presId="urn:microsoft.com/office/officeart/2005/8/layout/lProcess2"/>
    <dgm:cxn modelId="{C7DCAA87-D2FF-1441-9F34-215EE71D8605}" type="presOf" srcId="{E645D6A0-B681-674A-87AA-0CED03A279F8}" destId="{6B259203-214D-3847-95C5-9D415A33FF07}" srcOrd="0" destOrd="0" presId="urn:microsoft.com/office/officeart/2005/8/layout/lProcess2"/>
    <dgm:cxn modelId="{1E08EB93-DA2E-2440-9078-32A514ECE594}" srcId="{D5DC918C-44A0-3644-B704-769763ACA8E0}" destId="{66AFFE38-1D65-6140-91F2-14A64412DCE6}" srcOrd="0" destOrd="0" parTransId="{BFD141F7-6F3C-264F-BB33-42E504763C72}" sibTransId="{8996B4B7-E455-2E49-B446-8779ADA7EB84}"/>
    <dgm:cxn modelId="{BF7740A1-7AC0-BD48-94E7-E854ECA2CF08}" srcId="{4C29177D-4892-1949-AD41-CE7AFD226B04}" destId="{BCD170FB-BB49-7542-A6EC-81EE5F2AC41B}" srcOrd="1" destOrd="0" parTransId="{00DD221C-7D0B-0148-89F2-E9A5AF2CD1CE}" sibTransId="{B0FC58A0-2FB8-9147-87E5-286183444E30}"/>
    <dgm:cxn modelId="{211332A3-7761-5D44-BCD7-272523490EEC}" type="presOf" srcId="{BCD170FB-BB49-7542-A6EC-81EE5F2AC41B}" destId="{AB0EA3D5-28D2-7645-84A6-843E6165C9BB}" srcOrd="0" destOrd="0" presId="urn:microsoft.com/office/officeart/2005/8/layout/lProcess2"/>
    <dgm:cxn modelId="{E55E10AA-D40A-7440-8CE8-2A2303F5D00A}" srcId="{66AFFE38-1D65-6140-91F2-14A64412DCE6}" destId="{6ECE07D1-1C1C-3B48-9D96-18FCF29C8E8D}" srcOrd="1" destOrd="0" parTransId="{9AD24482-1114-974F-A958-50C8452FADE8}" sibTransId="{AD669C12-FE74-7041-B7DF-405608508F4D}"/>
    <dgm:cxn modelId="{E10BDAAF-7275-DB43-8E66-D57A4E77E929}" srcId="{66AFFE38-1D65-6140-91F2-14A64412DCE6}" destId="{2A028028-D269-6241-965C-6723FC72378A}" srcOrd="0" destOrd="0" parTransId="{2BD2B204-C84F-A94F-B825-AB6F8C9B9424}" sibTransId="{04263B64-9219-3549-BA9B-D31B735C5FB1}"/>
    <dgm:cxn modelId="{29A355BE-E0E4-4540-ACEE-F95D6ACDE76C}" type="presOf" srcId="{D5DC918C-44A0-3644-B704-769763ACA8E0}" destId="{BBD0019E-5CC8-0D47-9AAB-672997E0CEFB}" srcOrd="0" destOrd="0" presId="urn:microsoft.com/office/officeart/2005/8/layout/lProcess2"/>
    <dgm:cxn modelId="{7781E6C7-AB76-0641-887D-51FEBDB65C96}" type="presOf" srcId="{50590D83-75D6-FD41-B09C-C4AC268C0AE1}" destId="{6713C564-986B-F645-841C-B8217EF6697F}" srcOrd="0" destOrd="0" presId="urn:microsoft.com/office/officeart/2005/8/layout/lProcess2"/>
    <dgm:cxn modelId="{100B6ACC-7A5A-5F40-AB96-83ABD365D1CB}" type="presOf" srcId="{6ECE07D1-1C1C-3B48-9D96-18FCF29C8E8D}" destId="{5A9014F9-2FE6-A644-B474-C0DB3A370A47}" srcOrd="0" destOrd="0" presId="urn:microsoft.com/office/officeart/2005/8/layout/lProcess2"/>
    <dgm:cxn modelId="{AF6BDFD3-23B9-464E-AFCB-7244208F045B}" type="presOf" srcId="{2A028028-D269-6241-965C-6723FC72378A}" destId="{FBBCC8C1-75D9-8E46-B25F-CF272AA6A3DE}" srcOrd="0" destOrd="0" presId="urn:microsoft.com/office/officeart/2005/8/layout/lProcess2"/>
    <dgm:cxn modelId="{E7C26EF2-5869-1A40-8477-F8698AFD7A82}" type="presParOf" srcId="{BBD0019E-5CC8-0D47-9AAB-672997E0CEFB}" destId="{5EEFD7A3-1101-DD40-8DFD-F68DACC83CAB}" srcOrd="0" destOrd="0" presId="urn:microsoft.com/office/officeart/2005/8/layout/lProcess2"/>
    <dgm:cxn modelId="{260D565B-2E1A-F044-8095-0CE74862B1D0}" type="presParOf" srcId="{5EEFD7A3-1101-DD40-8DFD-F68DACC83CAB}" destId="{5DBE85F5-6A0B-7749-BE06-7A6AE59A8F12}" srcOrd="0" destOrd="0" presId="urn:microsoft.com/office/officeart/2005/8/layout/lProcess2"/>
    <dgm:cxn modelId="{ECEE354C-9F2D-9A44-9BC4-EDCC2B7F646D}" type="presParOf" srcId="{5EEFD7A3-1101-DD40-8DFD-F68DACC83CAB}" destId="{39423828-DDAB-8D43-BF02-C43277F86EDC}" srcOrd="1" destOrd="0" presId="urn:microsoft.com/office/officeart/2005/8/layout/lProcess2"/>
    <dgm:cxn modelId="{AC11ABDF-13EC-1C4A-9CB7-527A09B34D13}" type="presParOf" srcId="{5EEFD7A3-1101-DD40-8DFD-F68DACC83CAB}" destId="{D98E2F69-71F8-754E-BAB8-88C6EAC535A0}" srcOrd="2" destOrd="0" presId="urn:microsoft.com/office/officeart/2005/8/layout/lProcess2"/>
    <dgm:cxn modelId="{A19B0A0F-D16A-C345-BEEE-00F11B81D7A4}" type="presParOf" srcId="{D98E2F69-71F8-754E-BAB8-88C6EAC535A0}" destId="{8798E21B-94D2-1045-B8E3-AAF2C6054AA6}" srcOrd="0" destOrd="0" presId="urn:microsoft.com/office/officeart/2005/8/layout/lProcess2"/>
    <dgm:cxn modelId="{CFBA15B3-CC8D-9F4C-B8D0-8EE956ED4B1A}" type="presParOf" srcId="{8798E21B-94D2-1045-B8E3-AAF2C6054AA6}" destId="{FBBCC8C1-75D9-8E46-B25F-CF272AA6A3DE}" srcOrd="0" destOrd="0" presId="urn:microsoft.com/office/officeart/2005/8/layout/lProcess2"/>
    <dgm:cxn modelId="{2E5A9E4B-6466-5644-817F-1B61BC95B027}" type="presParOf" srcId="{8798E21B-94D2-1045-B8E3-AAF2C6054AA6}" destId="{4F934975-8B22-0248-B1D1-A36E4FB3E622}" srcOrd="1" destOrd="0" presId="urn:microsoft.com/office/officeart/2005/8/layout/lProcess2"/>
    <dgm:cxn modelId="{9D1409E4-B8E4-8C4E-8160-47CD49900481}" type="presParOf" srcId="{8798E21B-94D2-1045-B8E3-AAF2C6054AA6}" destId="{5A9014F9-2FE6-A644-B474-C0DB3A370A47}" srcOrd="2" destOrd="0" presId="urn:microsoft.com/office/officeart/2005/8/layout/lProcess2"/>
    <dgm:cxn modelId="{3852BE93-DE29-F74B-940E-2A710A9F31C9}" type="presParOf" srcId="{BBD0019E-5CC8-0D47-9AAB-672997E0CEFB}" destId="{B72650E0-1167-DE47-9780-0EC7DC3C165E}" srcOrd="1" destOrd="0" presId="urn:microsoft.com/office/officeart/2005/8/layout/lProcess2"/>
    <dgm:cxn modelId="{1901D6F5-7664-BB42-9F5F-D08C0A788A96}" type="presParOf" srcId="{BBD0019E-5CC8-0D47-9AAB-672997E0CEFB}" destId="{474585C3-E8F5-8442-B764-F7AA61FBFE9E}" srcOrd="2" destOrd="0" presId="urn:microsoft.com/office/officeart/2005/8/layout/lProcess2"/>
    <dgm:cxn modelId="{F3C1DEB2-74AE-414D-84A4-BB1D6E3CF6F1}" type="presParOf" srcId="{474585C3-E8F5-8442-B764-F7AA61FBFE9E}" destId="{6713C564-986B-F645-841C-B8217EF6697F}" srcOrd="0" destOrd="0" presId="urn:microsoft.com/office/officeart/2005/8/layout/lProcess2"/>
    <dgm:cxn modelId="{2A695D02-5A27-314F-8B55-88ACF897E8B7}" type="presParOf" srcId="{474585C3-E8F5-8442-B764-F7AA61FBFE9E}" destId="{0D25EF5D-EDAF-0244-900E-DC287250EB51}" srcOrd="1" destOrd="0" presId="urn:microsoft.com/office/officeart/2005/8/layout/lProcess2"/>
    <dgm:cxn modelId="{6B013036-D38E-4C4F-B151-095DA4FB4FA1}" type="presParOf" srcId="{474585C3-E8F5-8442-B764-F7AA61FBFE9E}" destId="{6B3BBA84-0FA8-0D41-8539-E0876395059A}" srcOrd="2" destOrd="0" presId="urn:microsoft.com/office/officeart/2005/8/layout/lProcess2"/>
    <dgm:cxn modelId="{B8862D12-8C0A-934E-BAFF-26E51C0B5155}" type="presParOf" srcId="{6B3BBA84-0FA8-0D41-8539-E0876395059A}" destId="{B21B7444-983C-7843-A553-685C6EC41758}" srcOrd="0" destOrd="0" presId="urn:microsoft.com/office/officeart/2005/8/layout/lProcess2"/>
    <dgm:cxn modelId="{CCB43C70-E2B8-9042-9F19-C84B3B366D3C}" type="presParOf" srcId="{B21B7444-983C-7843-A553-685C6EC41758}" destId="{6D32D09E-5F03-C749-BA07-B8AA890A2555}" srcOrd="0" destOrd="0" presId="urn:microsoft.com/office/officeart/2005/8/layout/lProcess2"/>
    <dgm:cxn modelId="{0D60891D-354E-D048-98FB-F784E1EDE61E}" type="presParOf" srcId="{B21B7444-983C-7843-A553-685C6EC41758}" destId="{32FE786F-91BC-8A4C-806B-DFA32E0811FE}" srcOrd="1" destOrd="0" presId="urn:microsoft.com/office/officeart/2005/8/layout/lProcess2"/>
    <dgm:cxn modelId="{F1E514A1-7A0E-9743-A0F6-BE4AD5B64EBD}" type="presParOf" srcId="{B21B7444-983C-7843-A553-685C6EC41758}" destId="{6B259203-214D-3847-95C5-9D415A33FF07}" srcOrd="2" destOrd="0" presId="urn:microsoft.com/office/officeart/2005/8/layout/lProcess2"/>
    <dgm:cxn modelId="{6E9C783A-C0F7-2C4E-9631-1566B76FF66F}" type="presParOf" srcId="{BBD0019E-5CC8-0D47-9AAB-672997E0CEFB}" destId="{C36ADF73-18FC-3248-BB90-5D8FAF8670FB}" srcOrd="3" destOrd="0" presId="urn:microsoft.com/office/officeart/2005/8/layout/lProcess2"/>
    <dgm:cxn modelId="{C83D99FD-AB30-B24E-A3CC-49712E9B80E0}" type="presParOf" srcId="{BBD0019E-5CC8-0D47-9AAB-672997E0CEFB}" destId="{0D4DCB01-7A74-3740-ACAC-07BE4C6B8F2C}" srcOrd="4" destOrd="0" presId="urn:microsoft.com/office/officeart/2005/8/layout/lProcess2"/>
    <dgm:cxn modelId="{9C9307DD-A8CC-FA49-BFEA-147C5F1999E0}" type="presParOf" srcId="{0D4DCB01-7A74-3740-ACAC-07BE4C6B8F2C}" destId="{97B1578A-1137-F948-9D4C-3D92F347C090}" srcOrd="0" destOrd="0" presId="urn:microsoft.com/office/officeart/2005/8/layout/lProcess2"/>
    <dgm:cxn modelId="{D49FE930-9100-904C-9F8C-D5A739E1D7B0}" type="presParOf" srcId="{0D4DCB01-7A74-3740-ACAC-07BE4C6B8F2C}" destId="{7EFC2BC1-090F-314E-8932-299761637E6E}" srcOrd="1" destOrd="0" presId="urn:microsoft.com/office/officeart/2005/8/layout/lProcess2"/>
    <dgm:cxn modelId="{8B2CDC66-BC27-2242-AD03-0EB1ED7DA5A0}" type="presParOf" srcId="{0D4DCB01-7A74-3740-ACAC-07BE4C6B8F2C}" destId="{7894C8CE-7717-C245-AB6C-50BB5FB61745}" srcOrd="2" destOrd="0" presId="urn:microsoft.com/office/officeart/2005/8/layout/lProcess2"/>
    <dgm:cxn modelId="{7EB38B98-90C2-8B4C-B62F-9AC2A5F4613E}" type="presParOf" srcId="{7894C8CE-7717-C245-AB6C-50BB5FB61745}" destId="{9946F487-CF14-404E-8F73-339269CAF59B}" srcOrd="0" destOrd="0" presId="urn:microsoft.com/office/officeart/2005/8/layout/lProcess2"/>
    <dgm:cxn modelId="{EC5AAA8D-5F51-7643-8F87-B52EE452C1A9}" type="presParOf" srcId="{9946F487-CF14-404E-8F73-339269CAF59B}" destId="{D3BEC3EE-8087-D74D-BB58-5F895998FDB7}" srcOrd="0" destOrd="0" presId="urn:microsoft.com/office/officeart/2005/8/layout/lProcess2"/>
    <dgm:cxn modelId="{ACAA5995-4779-D84C-A9FA-3C0E6423538C}" type="presParOf" srcId="{9946F487-CF14-404E-8F73-339269CAF59B}" destId="{FAE551E2-25E2-8A46-A811-09C2A99BD405}" srcOrd="1" destOrd="0" presId="urn:microsoft.com/office/officeart/2005/8/layout/lProcess2"/>
    <dgm:cxn modelId="{EA949493-E38A-DE49-90A6-6CF2922C11CF}" type="presParOf" srcId="{9946F487-CF14-404E-8F73-339269CAF59B}" destId="{AB0EA3D5-28D2-7645-84A6-843E6165C9BB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71C2C5C-09A8-B644-9E72-77816F266D64}" type="doc">
      <dgm:prSet loTypeId="urn:microsoft.com/office/officeart/2005/8/layout/radial1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711C3AEE-3949-A448-81C3-6FEA70B80072}">
      <dgm:prSet phldrT="[Text]"/>
      <dgm:spPr/>
      <dgm:t>
        <a:bodyPr/>
        <a:lstStyle/>
        <a:p>
          <a:r>
            <a:rPr lang="en-GB" dirty="0"/>
            <a:t>Typical Challenges</a:t>
          </a:r>
        </a:p>
      </dgm:t>
    </dgm:pt>
    <dgm:pt modelId="{35421C26-361E-C94A-A563-EA040129CDC0}" type="parTrans" cxnId="{5F367E29-DEE3-5641-8967-C9B610818C1B}">
      <dgm:prSet/>
      <dgm:spPr/>
      <dgm:t>
        <a:bodyPr/>
        <a:lstStyle/>
        <a:p>
          <a:endParaRPr lang="en-GB"/>
        </a:p>
      </dgm:t>
    </dgm:pt>
    <dgm:pt modelId="{17B63BE8-819E-1840-9371-C07CEAA599A3}" type="sibTrans" cxnId="{5F367E29-DEE3-5641-8967-C9B610818C1B}">
      <dgm:prSet/>
      <dgm:spPr/>
      <dgm:t>
        <a:bodyPr/>
        <a:lstStyle/>
        <a:p>
          <a:endParaRPr lang="en-GB"/>
        </a:p>
      </dgm:t>
    </dgm:pt>
    <dgm:pt modelId="{DB16A2D7-B999-6D47-9D13-52D0772BA3DC}">
      <dgm:prSet phldrT="[Text]" custT="1"/>
      <dgm:spPr/>
      <dgm:t>
        <a:bodyPr/>
        <a:lstStyle/>
        <a:p>
          <a:r>
            <a:rPr lang="en-GB" sz="1700" dirty="0"/>
            <a:t>Sample </a:t>
          </a:r>
          <a:r>
            <a:rPr lang="en-GB" sz="1600" dirty="0"/>
            <a:t>Quantity</a:t>
          </a:r>
          <a:endParaRPr lang="en-GB" sz="1700" dirty="0"/>
        </a:p>
      </dgm:t>
    </dgm:pt>
    <dgm:pt modelId="{BF6A6014-E238-7344-9494-FBA4499B6998}" type="parTrans" cxnId="{B573FFCF-48E4-384B-94B9-C378DDDF4024}">
      <dgm:prSet/>
      <dgm:spPr/>
      <dgm:t>
        <a:bodyPr/>
        <a:lstStyle/>
        <a:p>
          <a:endParaRPr lang="en-GB"/>
        </a:p>
      </dgm:t>
    </dgm:pt>
    <dgm:pt modelId="{774C1994-43BE-5947-ABF4-364A731ADE7D}" type="sibTrans" cxnId="{B573FFCF-48E4-384B-94B9-C378DDDF4024}">
      <dgm:prSet/>
      <dgm:spPr/>
      <dgm:t>
        <a:bodyPr/>
        <a:lstStyle/>
        <a:p>
          <a:endParaRPr lang="en-GB"/>
        </a:p>
      </dgm:t>
    </dgm:pt>
    <dgm:pt modelId="{4294DEE9-B043-434D-81D2-E45E590F2BF6}">
      <dgm:prSet phldrT="[Text]" custT="1"/>
      <dgm:spPr/>
      <dgm:t>
        <a:bodyPr/>
        <a:lstStyle/>
        <a:p>
          <a:r>
            <a:rPr lang="en-GB" sz="1600" dirty="0"/>
            <a:t>Time required to deliver samples to Lab and obtain Analysis Results</a:t>
          </a:r>
        </a:p>
      </dgm:t>
    </dgm:pt>
    <dgm:pt modelId="{DE70A8DB-932D-594B-B54E-108F371DFC54}" type="parTrans" cxnId="{C4B372D5-DA87-6E47-BC92-D91C691ADE91}">
      <dgm:prSet/>
      <dgm:spPr/>
      <dgm:t>
        <a:bodyPr/>
        <a:lstStyle/>
        <a:p>
          <a:endParaRPr lang="en-GB"/>
        </a:p>
      </dgm:t>
    </dgm:pt>
    <dgm:pt modelId="{7D6AB542-6D68-E94C-B22A-31D6CAC05298}" type="sibTrans" cxnId="{C4B372D5-DA87-6E47-BC92-D91C691ADE91}">
      <dgm:prSet/>
      <dgm:spPr/>
      <dgm:t>
        <a:bodyPr/>
        <a:lstStyle/>
        <a:p>
          <a:endParaRPr lang="en-GB"/>
        </a:p>
      </dgm:t>
    </dgm:pt>
    <dgm:pt modelId="{A921D59D-670E-6544-BDE7-80400BB8489F}">
      <dgm:prSet phldrT="[Text]" custT="1"/>
      <dgm:spPr/>
      <dgm:t>
        <a:bodyPr/>
        <a:lstStyle/>
        <a:p>
          <a:r>
            <a:rPr lang="en-GB" sz="1600" dirty="0"/>
            <a:t>Communication Protocol for Result Distribution is not consistent</a:t>
          </a:r>
        </a:p>
      </dgm:t>
    </dgm:pt>
    <dgm:pt modelId="{AF1600B4-CDEC-654B-87F0-06206B16E1B7}" type="parTrans" cxnId="{D72DFCD1-E1A8-7A41-88E6-AFFC7604E745}">
      <dgm:prSet/>
      <dgm:spPr/>
      <dgm:t>
        <a:bodyPr/>
        <a:lstStyle/>
        <a:p>
          <a:endParaRPr lang="en-GB"/>
        </a:p>
      </dgm:t>
    </dgm:pt>
    <dgm:pt modelId="{6521EF20-9243-5A4E-813D-650599FFBCCB}" type="sibTrans" cxnId="{D72DFCD1-E1A8-7A41-88E6-AFFC7604E745}">
      <dgm:prSet/>
      <dgm:spPr/>
      <dgm:t>
        <a:bodyPr/>
        <a:lstStyle/>
        <a:p>
          <a:endParaRPr lang="en-GB"/>
        </a:p>
      </dgm:t>
    </dgm:pt>
    <dgm:pt modelId="{04D17758-7AC5-2D4F-A59D-53B79D7F01E6}">
      <dgm:prSet phldrT="[Text]" custT="1"/>
      <dgm:spPr/>
      <dgm:t>
        <a:bodyPr/>
        <a:lstStyle/>
        <a:p>
          <a:r>
            <a:rPr lang="en-GB" sz="1600" dirty="0"/>
            <a:t>Inconsistency between Specs of Bunker delivered and Analysis Received</a:t>
          </a:r>
        </a:p>
      </dgm:t>
    </dgm:pt>
    <dgm:pt modelId="{BDE8E1EA-0FCC-7245-81BD-703DE82E4CD5}" type="parTrans" cxnId="{9741E7E4-C659-3643-ADEC-2EEC66319E90}">
      <dgm:prSet/>
      <dgm:spPr/>
      <dgm:t>
        <a:bodyPr/>
        <a:lstStyle/>
        <a:p>
          <a:endParaRPr lang="en-GB"/>
        </a:p>
      </dgm:t>
    </dgm:pt>
    <dgm:pt modelId="{1C71910C-BE19-1E4A-854B-23029586751B}" type="sibTrans" cxnId="{9741E7E4-C659-3643-ADEC-2EEC66319E90}">
      <dgm:prSet/>
      <dgm:spPr/>
      <dgm:t>
        <a:bodyPr/>
        <a:lstStyle/>
        <a:p>
          <a:endParaRPr lang="en-GB"/>
        </a:p>
      </dgm:t>
    </dgm:pt>
    <dgm:pt modelId="{89840B5D-C3B6-784A-B41E-A931298FE454}">
      <dgm:prSet phldrT="[Text]" custT="1"/>
      <dgm:spPr/>
      <dgm:t>
        <a:bodyPr/>
        <a:lstStyle/>
        <a:p>
          <a:r>
            <a:rPr lang="en-GB" sz="1600" dirty="0"/>
            <a:t>Ship’s Sample Seal Numbers NOT Included in BDN</a:t>
          </a:r>
        </a:p>
      </dgm:t>
    </dgm:pt>
    <dgm:pt modelId="{43B4FF39-16B1-814A-8199-FBCFAB97C711}" type="parTrans" cxnId="{5946818D-A04E-7E49-893C-A9A74903B5CF}">
      <dgm:prSet/>
      <dgm:spPr/>
      <dgm:t>
        <a:bodyPr/>
        <a:lstStyle/>
        <a:p>
          <a:endParaRPr lang="en-GB"/>
        </a:p>
      </dgm:t>
    </dgm:pt>
    <dgm:pt modelId="{BC892E35-3A8F-3948-AF59-DF60CB6F0A33}" type="sibTrans" cxnId="{5946818D-A04E-7E49-893C-A9A74903B5CF}">
      <dgm:prSet/>
      <dgm:spPr/>
      <dgm:t>
        <a:bodyPr/>
        <a:lstStyle/>
        <a:p>
          <a:endParaRPr lang="en-GB"/>
        </a:p>
      </dgm:t>
    </dgm:pt>
    <dgm:pt modelId="{057F5F79-134F-CF4D-A94C-63A00C20E4E6}">
      <dgm:prSet phldrT="[Text]" custT="1"/>
      <dgm:spPr/>
      <dgm:t>
        <a:bodyPr/>
        <a:lstStyle/>
        <a:p>
          <a:r>
            <a:rPr lang="en-GB" sz="1600" dirty="0"/>
            <a:t>Vessels bunkering at OPL do not have an economic way of landing Samples</a:t>
          </a:r>
        </a:p>
      </dgm:t>
    </dgm:pt>
    <dgm:pt modelId="{BE70C409-B9CF-CF4A-8224-36386755BCE8}" type="parTrans" cxnId="{DC66B595-04FD-D44F-B952-81EBA6C4C481}">
      <dgm:prSet/>
      <dgm:spPr/>
      <dgm:t>
        <a:bodyPr/>
        <a:lstStyle/>
        <a:p>
          <a:endParaRPr lang="en-GB"/>
        </a:p>
      </dgm:t>
    </dgm:pt>
    <dgm:pt modelId="{C05C5AF0-F469-2541-8A81-8E565E10EFB0}" type="sibTrans" cxnId="{DC66B595-04FD-D44F-B952-81EBA6C4C481}">
      <dgm:prSet/>
      <dgm:spPr/>
      <dgm:t>
        <a:bodyPr/>
        <a:lstStyle/>
        <a:p>
          <a:endParaRPr lang="en-GB"/>
        </a:p>
      </dgm:t>
    </dgm:pt>
    <dgm:pt modelId="{3C013D78-512B-D040-9E7B-1429E6C8DBAF}" type="pres">
      <dgm:prSet presAssocID="{F71C2C5C-09A8-B644-9E72-77816F266D64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5C7B86F5-B881-A445-836F-5DE8E910982E}" type="pres">
      <dgm:prSet presAssocID="{711C3AEE-3949-A448-81C3-6FEA70B80072}" presName="centerShape" presStyleLbl="node0" presStyleIdx="0" presStyleCnt="1" custScaleX="227839"/>
      <dgm:spPr/>
    </dgm:pt>
    <dgm:pt modelId="{FE3FBF77-2E2B-124A-86FD-FDD0B8A6F44B}" type="pres">
      <dgm:prSet presAssocID="{BF6A6014-E238-7344-9494-FBA4499B6998}" presName="Name9" presStyleLbl="parChTrans1D2" presStyleIdx="0" presStyleCnt="6"/>
      <dgm:spPr/>
    </dgm:pt>
    <dgm:pt modelId="{65D95855-8C4C-C44C-B83F-E6202C9E6C69}" type="pres">
      <dgm:prSet presAssocID="{BF6A6014-E238-7344-9494-FBA4499B6998}" presName="connTx" presStyleLbl="parChTrans1D2" presStyleIdx="0" presStyleCnt="6"/>
      <dgm:spPr/>
    </dgm:pt>
    <dgm:pt modelId="{8D84EFA2-FE8B-3941-B92D-54AF4BF78079}" type="pres">
      <dgm:prSet presAssocID="{DB16A2D7-B999-6D47-9D13-52D0772BA3DC}" presName="node" presStyleLbl="node1" presStyleIdx="0" presStyleCnt="6" custScaleX="209051">
        <dgm:presLayoutVars>
          <dgm:bulletEnabled val="1"/>
        </dgm:presLayoutVars>
      </dgm:prSet>
      <dgm:spPr/>
    </dgm:pt>
    <dgm:pt modelId="{2D801DBC-CE66-1949-AC31-48A2D7A339F2}" type="pres">
      <dgm:prSet presAssocID="{DE70A8DB-932D-594B-B54E-108F371DFC54}" presName="Name9" presStyleLbl="parChTrans1D2" presStyleIdx="1" presStyleCnt="6"/>
      <dgm:spPr/>
    </dgm:pt>
    <dgm:pt modelId="{93C80015-5BC3-B547-8B15-5AB01E1A34E7}" type="pres">
      <dgm:prSet presAssocID="{DE70A8DB-932D-594B-B54E-108F371DFC54}" presName="connTx" presStyleLbl="parChTrans1D2" presStyleIdx="1" presStyleCnt="6"/>
      <dgm:spPr/>
    </dgm:pt>
    <dgm:pt modelId="{06415295-79E4-E14B-8680-6F27E301394E}" type="pres">
      <dgm:prSet presAssocID="{4294DEE9-B043-434D-81D2-E45E590F2BF6}" presName="node" presStyleLbl="node1" presStyleIdx="1" presStyleCnt="6" custScaleX="209051" custRadScaleRad="171651" custRadScaleInc="40122">
        <dgm:presLayoutVars>
          <dgm:bulletEnabled val="1"/>
        </dgm:presLayoutVars>
      </dgm:prSet>
      <dgm:spPr/>
    </dgm:pt>
    <dgm:pt modelId="{AE1F4BE3-5374-A847-BFB8-4C9E0E759F7A}" type="pres">
      <dgm:prSet presAssocID="{AF1600B4-CDEC-654B-87F0-06206B16E1B7}" presName="Name9" presStyleLbl="parChTrans1D2" presStyleIdx="2" presStyleCnt="6"/>
      <dgm:spPr/>
    </dgm:pt>
    <dgm:pt modelId="{0A95BE31-2304-7046-B8D2-D09270D2E436}" type="pres">
      <dgm:prSet presAssocID="{AF1600B4-CDEC-654B-87F0-06206B16E1B7}" presName="connTx" presStyleLbl="parChTrans1D2" presStyleIdx="2" presStyleCnt="6"/>
      <dgm:spPr/>
    </dgm:pt>
    <dgm:pt modelId="{AC8B9AA2-E648-534E-829F-38EF6CE709CA}" type="pres">
      <dgm:prSet presAssocID="{A921D59D-670E-6544-BDE7-80400BB8489F}" presName="node" presStyleLbl="node1" presStyleIdx="2" presStyleCnt="6" custScaleX="209051" custRadScaleRad="172165" custRadScaleInc="-41627">
        <dgm:presLayoutVars>
          <dgm:bulletEnabled val="1"/>
        </dgm:presLayoutVars>
      </dgm:prSet>
      <dgm:spPr/>
    </dgm:pt>
    <dgm:pt modelId="{1FC90CF6-895A-114B-9E92-397CE2A0B062}" type="pres">
      <dgm:prSet presAssocID="{BDE8E1EA-0FCC-7245-81BD-703DE82E4CD5}" presName="Name9" presStyleLbl="parChTrans1D2" presStyleIdx="3" presStyleCnt="6"/>
      <dgm:spPr/>
    </dgm:pt>
    <dgm:pt modelId="{652EA3E0-2B4E-1F4D-B774-1D6D0BBE2DFA}" type="pres">
      <dgm:prSet presAssocID="{BDE8E1EA-0FCC-7245-81BD-703DE82E4CD5}" presName="connTx" presStyleLbl="parChTrans1D2" presStyleIdx="3" presStyleCnt="6"/>
      <dgm:spPr/>
    </dgm:pt>
    <dgm:pt modelId="{59E5EFE2-C3EA-C74E-86C4-40C42F0B79B0}" type="pres">
      <dgm:prSet presAssocID="{04D17758-7AC5-2D4F-A59D-53B79D7F01E6}" presName="node" presStyleLbl="node1" presStyleIdx="3" presStyleCnt="6" custScaleX="209051">
        <dgm:presLayoutVars>
          <dgm:bulletEnabled val="1"/>
        </dgm:presLayoutVars>
      </dgm:prSet>
      <dgm:spPr/>
    </dgm:pt>
    <dgm:pt modelId="{450432AD-5529-7A40-AF4D-7D9651C58F43}" type="pres">
      <dgm:prSet presAssocID="{BE70C409-B9CF-CF4A-8224-36386755BCE8}" presName="Name9" presStyleLbl="parChTrans1D2" presStyleIdx="4" presStyleCnt="6"/>
      <dgm:spPr/>
    </dgm:pt>
    <dgm:pt modelId="{451ED008-8AA9-B047-B7E7-D53311E549B4}" type="pres">
      <dgm:prSet presAssocID="{BE70C409-B9CF-CF4A-8224-36386755BCE8}" presName="connTx" presStyleLbl="parChTrans1D2" presStyleIdx="4" presStyleCnt="6"/>
      <dgm:spPr/>
    </dgm:pt>
    <dgm:pt modelId="{BF6EE13F-09BD-3045-9A7D-50E2C1EB1DC8}" type="pres">
      <dgm:prSet presAssocID="{057F5F79-134F-CF4D-A94C-63A00C20E4E6}" presName="node" presStyleLbl="node1" presStyleIdx="4" presStyleCnt="6" custScaleX="209051" custRadScaleRad="170722" custRadScaleInc="36866">
        <dgm:presLayoutVars>
          <dgm:bulletEnabled val="1"/>
        </dgm:presLayoutVars>
      </dgm:prSet>
      <dgm:spPr/>
    </dgm:pt>
    <dgm:pt modelId="{DD140B7E-4A66-D14D-AEB5-743156731024}" type="pres">
      <dgm:prSet presAssocID="{43B4FF39-16B1-814A-8199-FBCFAB97C711}" presName="Name9" presStyleLbl="parChTrans1D2" presStyleIdx="5" presStyleCnt="6"/>
      <dgm:spPr/>
    </dgm:pt>
    <dgm:pt modelId="{1A702883-2EA7-A54F-AB42-8A9C0848A220}" type="pres">
      <dgm:prSet presAssocID="{43B4FF39-16B1-814A-8199-FBCFAB97C711}" presName="connTx" presStyleLbl="parChTrans1D2" presStyleIdx="5" presStyleCnt="6"/>
      <dgm:spPr/>
    </dgm:pt>
    <dgm:pt modelId="{B26BBFDF-5190-7249-840C-7C73C481D39A}" type="pres">
      <dgm:prSet presAssocID="{89840B5D-C3B6-784A-B41E-A931298FE454}" presName="node" presStyleLbl="node1" presStyleIdx="5" presStyleCnt="6" custScaleX="209051" custRadScaleRad="170988" custRadScaleInc="-42448">
        <dgm:presLayoutVars>
          <dgm:bulletEnabled val="1"/>
        </dgm:presLayoutVars>
      </dgm:prSet>
      <dgm:spPr/>
    </dgm:pt>
  </dgm:ptLst>
  <dgm:cxnLst>
    <dgm:cxn modelId="{4E122C00-BD2A-DC43-A25E-5E5A8D25BDB9}" type="presOf" srcId="{43B4FF39-16B1-814A-8199-FBCFAB97C711}" destId="{DD140B7E-4A66-D14D-AEB5-743156731024}" srcOrd="0" destOrd="0" presId="urn:microsoft.com/office/officeart/2005/8/layout/radial1"/>
    <dgm:cxn modelId="{E8BC5C0A-693C-8B4F-9F49-3071A2F6AA07}" type="presOf" srcId="{BDE8E1EA-0FCC-7245-81BD-703DE82E4CD5}" destId="{1FC90CF6-895A-114B-9E92-397CE2A0B062}" srcOrd="0" destOrd="0" presId="urn:microsoft.com/office/officeart/2005/8/layout/radial1"/>
    <dgm:cxn modelId="{5F367E29-DEE3-5641-8967-C9B610818C1B}" srcId="{F71C2C5C-09A8-B644-9E72-77816F266D64}" destId="{711C3AEE-3949-A448-81C3-6FEA70B80072}" srcOrd="0" destOrd="0" parTransId="{35421C26-361E-C94A-A563-EA040129CDC0}" sibTransId="{17B63BE8-819E-1840-9371-C07CEAA599A3}"/>
    <dgm:cxn modelId="{55CAC930-C77E-0D4B-A107-3BEA06A3D29C}" type="presOf" srcId="{057F5F79-134F-CF4D-A94C-63A00C20E4E6}" destId="{BF6EE13F-09BD-3045-9A7D-50E2C1EB1DC8}" srcOrd="0" destOrd="0" presId="urn:microsoft.com/office/officeart/2005/8/layout/radial1"/>
    <dgm:cxn modelId="{C5805A3B-C312-AD48-8DFE-E7ECBAA7E546}" type="presOf" srcId="{A921D59D-670E-6544-BDE7-80400BB8489F}" destId="{AC8B9AA2-E648-534E-829F-38EF6CE709CA}" srcOrd="0" destOrd="0" presId="urn:microsoft.com/office/officeart/2005/8/layout/radial1"/>
    <dgm:cxn modelId="{C67A1770-530A-E445-9207-62409AFE4793}" type="presOf" srcId="{BE70C409-B9CF-CF4A-8224-36386755BCE8}" destId="{450432AD-5529-7A40-AF4D-7D9651C58F43}" srcOrd="0" destOrd="0" presId="urn:microsoft.com/office/officeart/2005/8/layout/radial1"/>
    <dgm:cxn modelId="{37F75A73-5E85-454F-9F28-51A54BEE1EF5}" type="presOf" srcId="{89840B5D-C3B6-784A-B41E-A931298FE454}" destId="{B26BBFDF-5190-7249-840C-7C73C481D39A}" srcOrd="0" destOrd="0" presId="urn:microsoft.com/office/officeart/2005/8/layout/radial1"/>
    <dgm:cxn modelId="{FA0E0F87-573F-A34C-B32D-5781955C6789}" type="presOf" srcId="{DB16A2D7-B999-6D47-9D13-52D0772BA3DC}" destId="{8D84EFA2-FE8B-3941-B92D-54AF4BF78079}" srcOrd="0" destOrd="0" presId="urn:microsoft.com/office/officeart/2005/8/layout/radial1"/>
    <dgm:cxn modelId="{575F8A89-EDAA-C440-9D57-ED12419E86B3}" type="presOf" srcId="{BF6A6014-E238-7344-9494-FBA4499B6998}" destId="{FE3FBF77-2E2B-124A-86FD-FDD0B8A6F44B}" srcOrd="0" destOrd="0" presId="urn:microsoft.com/office/officeart/2005/8/layout/radial1"/>
    <dgm:cxn modelId="{3076BA89-3A4C-2845-A37C-D243D8C60503}" type="presOf" srcId="{AF1600B4-CDEC-654B-87F0-06206B16E1B7}" destId="{0A95BE31-2304-7046-B8D2-D09270D2E436}" srcOrd="1" destOrd="0" presId="urn:microsoft.com/office/officeart/2005/8/layout/radial1"/>
    <dgm:cxn modelId="{5946818D-A04E-7E49-893C-A9A74903B5CF}" srcId="{711C3AEE-3949-A448-81C3-6FEA70B80072}" destId="{89840B5D-C3B6-784A-B41E-A931298FE454}" srcOrd="5" destOrd="0" parTransId="{43B4FF39-16B1-814A-8199-FBCFAB97C711}" sibTransId="{BC892E35-3A8F-3948-AF59-DF60CB6F0A33}"/>
    <dgm:cxn modelId="{25864F93-17F8-604A-9D7C-B16043FECD67}" type="presOf" srcId="{711C3AEE-3949-A448-81C3-6FEA70B80072}" destId="{5C7B86F5-B881-A445-836F-5DE8E910982E}" srcOrd="0" destOrd="0" presId="urn:microsoft.com/office/officeart/2005/8/layout/radial1"/>
    <dgm:cxn modelId="{DC66B595-04FD-D44F-B952-81EBA6C4C481}" srcId="{711C3AEE-3949-A448-81C3-6FEA70B80072}" destId="{057F5F79-134F-CF4D-A94C-63A00C20E4E6}" srcOrd="4" destOrd="0" parTransId="{BE70C409-B9CF-CF4A-8224-36386755BCE8}" sibTransId="{C05C5AF0-F469-2541-8A81-8E565E10EFB0}"/>
    <dgm:cxn modelId="{6984DC9D-15DC-3C4C-8563-7A8469C2B0BF}" type="presOf" srcId="{4294DEE9-B043-434D-81D2-E45E590F2BF6}" destId="{06415295-79E4-E14B-8680-6F27E301394E}" srcOrd="0" destOrd="0" presId="urn:microsoft.com/office/officeart/2005/8/layout/radial1"/>
    <dgm:cxn modelId="{12AB679E-77E1-A94F-A14B-F9359260ED7B}" type="presOf" srcId="{F71C2C5C-09A8-B644-9E72-77816F266D64}" destId="{3C013D78-512B-D040-9E7B-1429E6C8DBAF}" srcOrd="0" destOrd="0" presId="urn:microsoft.com/office/officeart/2005/8/layout/radial1"/>
    <dgm:cxn modelId="{FB18E6BA-8F8D-4D48-A9C8-B3639E6B5BC3}" type="presOf" srcId="{DE70A8DB-932D-594B-B54E-108F371DFC54}" destId="{93C80015-5BC3-B547-8B15-5AB01E1A34E7}" srcOrd="1" destOrd="0" presId="urn:microsoft.com/office/officeart/2005/8/layout/radial1"/>
    <dgm:cxn modelId="{366279BD-3F72-3E43-87EA-6F0D9B82D3D7}" type="presOf" srcId="{DE70A8DB-932D-594B-B54E-108F371DFC54}" destId="{2D801DBC-CE66-1949-AC31-48A2D7A339F2}" srcOrd="0" destOrd="0" presId="urn:microsoft.com/office/officeart/2005/8/layout/radial1"/>
    <dgm:cxn modelId="{BE7BDBBD-A13C-9549-92C1-BC1E54C12DCD}" type="presOf" srcId="{BF6A6014-E238-7344-9494-FBA4499B6998}" destId="{65D95855-8C4C-C44C-B83F-E6202C9E6C69}" srcOrd="1" destOrd="0" presId="urn:microsoft.com/office/officeart/2005/8/layout/radial1"/>
    <dgm:cxn modelId="{9AAE36BF-7DC9-A042-942E-451204CEB7FA}" type="presOf" srcId="{AF1600B4-CDEC-654B-87F0-06206B16E1B7}" destId="{AE1F4BE3-5374-A847-BFB8-4C9E0E759F7A}" srcOrd="0" destOrd="0" presId="urn:microsoft.com/office/officeart/2005/8/layout/radial1"/>
    <dgm:cxn modelId="{6F3C37C1-DFB2-0E46-96EA-F9983C6B32A7}" type="presOf" srcId="{BE70C409-B9CF-CF4A-8224-36386755BCE8}" destId="{451ED008-8AA9-B047-B7E7-D53311E549B4}" srcOrd="1" destOrd="0" presId="urn:microsoft.com/office/officeart/2005/8/layout/radial1"/>
    <dgm:cxn modelId="{B573FFCF-48E4-384B-94B9-C378DDDF4024}" srcId="{711C3AEE-3949-A448-81C3-6FEA70B80072}" destId="{DB16A2D7-B999-6D47-9D13-52D0772BA3DC}" srcOrd="0" destOrd="0" parTransId="{BF6A6014-E238-7344-9494-FBA4499B6998}" sibTransId="{774C1994-43BE-5947-ABF4-364A731ADE7D}"/>
    <dgm:cxn modelId="{D72DFCD1-E1A8-7A41-88E6-AFFC7604E745}" srcId="{711C3AEE-3949-A448-81C3-6FEA70B80072}" destId="{A921D59D-670E-6544-BDE7-80400BB8489F}" srcOrd="2" destOrd="0" parTransId="{AF1600B4-CDEC-654B-87F0-06206B16E1B7}" sibTransId="{6521EF20-9243-5A4E-813D-650599FFBCCB}"/>
    <dgm:cxn modelId="{C4B372D5-DA87-6E47-BC92-D91C691ADE91}" srcId="{711C3AEE-3949-A448-81C3-6FEA70B80072}" destId="{4294DEE9-B043-434D-81D2-E45E590F2BF6}" srcOrd="1" destOrd="0" parTransId="{DE70A8DB-932D-594B-B54E-108F371DFC54}" sibTransId="{7D6AB542-6D68-E94C-B22A-31D6CAC05298}"/>
    <dgm:cxn modelId="{9741E7E4-C659-3643-ADEC-2EEC66319E90}" srcId="{711C3AEE-3949-A448-81C3-6FEA70B80072}" destId="{04D17758-7AC5-2D4F-A59D-53B79D7F01E6}" srcOrd="3" destOrd="0" parTransId="{BDE8E1EA-0FCC-7245-81BD-703DE82E4CD5}" sibTransId="{1C71910C-BE19-1E4A-854B-23029586751B}"/>
    <dgm:cxn modelId="{0F58A0ED-1460-8945-9387-9D9AE8E59758}" type="presOf" srcId="{43B4FF39-16B1-814A-8199-FBCFAB97C711}" destId="{1A702883-2EA7-A54F-AB42-8A9C0848A220}" srcOrd="1" destOrd="0" presId="urn:microsoft.com/office/officeart/2005/8/layout/radial1"/>
    <dgm:cxn modelId="{880BDEF6-08A6-7F42-91EC-113E1FB25800}" type="presOf" srcId="{04D17758-7AC5-2D4F-A59D-53B79D7F01E6}" destId="{59E5EFE2-C3EA-C74E-86C4-40C42F0B79B0}" srcOrd="0" destOrd="0" presId="urn:microsoft.com/office/officeart/2005/8/layout/radial1"/>
    <dgm:cxn modelId="{9AB455FE-45E1-1F40-A26C-2136E636A295}" type="presOf" srcId="{BDE8E1EA-0FCC-7245-81BD-703DE82E4CD5}" destId="{652EA3E0-2B4E-1F4D-B774-1D6D0BBE2DFA}" srcOrd="1" destOrd="0" presId="urn:microsoft.com/office/officeart/2005/8/layout/radial1"/>
    <dgm:cxn modelId="{C82AD1EF-E779-9144-B239-5F7489164E3A}" type="presParOf" srcId="{3C013D78-512B-D040-9E7B-1429E6C8DBAF}" destId="{5C7B86F5-B881-A445-836F-5DE8E910982E}" srcOrd="0" destOrd="0" presId="urn:microsoft.com/office/officeart/2005/8/layout/radial1"/>
    <dgm:cxn modelId="{8BE7E3FB-90A9-784E-8FE2-8407D1C3AA01}" type="presParOf" srcId="{3C013D78-512B-D040-9E7B-1429E6C8DBAF}" destId="{FE3FBF77-2E2B-124A-86FD-FDD0B8A6F44B}" srcOrd="1" destOrd="0" presId="urn:microsoft.com/office/officeart/2005/8/layout/radial1"/>
    <dgm:cxn modelId="{0D61E051-003C-D84C-8218-8611035BDF81}" type="presParOf" srcId="{FE3FBF77-2E2B-124A-86FD-FDD0B8A6F44B}" destId="{65D95855-8C4C-C44C-B83F-E6202C9E6C69}" srcOrd="0" destOrd="0" presId="urn:microsoft.com/office/officeart/2005/8/layout/radial1"/>
    <dgm:cxn modelId="{21E58D23-367D-CC43-A59C-7CE977FC3F7F}" type="presParOf" srcId="{3C013D78-512B-D040-9E7B-1429E6C8DBAF}" destId="{8D84EFA2-FE8B-3941-B92D-54AF4BF78079}" srcOrd="2" destOrd="0" presId="urn:microsoft.com/office/officeart/2005/8/layout/radial1"/>
    <dgm:cxn modelId="{DB35BD94-FF8E-5B49-BC54-40B4DBC1C75F}" type="presParOf" srcId="{3C013D78-512B-D040-9E7B-1429E6C8DBAF}" destId="{2D801DBC-CE66-1949-AC31-48A2D7A339F2}" srcOrd="3" destOrd="0" presId="urn:microsoft.com/office/officeart/2005/8/layout/radial1"/>
    <dgm:cxn modelId="{CD82654C-A8C2-5048-AD16-D265BEB17904}" type="presParOf" srcId="{2D801DBC-CE66-1949-AC31-48A2D7A339F2}" destId="{93C80015-5BC3-B547-8B15-5AB01E1A34E7}" srcOrd="0" destOrd="0" presId="urn:microsoft.com/office/officeart/2005/8/layout/radial1"/>
    <dgm:cxn modelId="{A52C7B67-5BFA-0B4B-83D6-01DA015F0D61}" type="presParOf" srcId="{3C013D78-512B-D040-9E7B-1429E6C8DBAF}" destId="{06415295-79E4-E14B-8680-6F27E301394E}" srcOrd="4" destOrd="0" presId="urn:microsoft.com/office/officeart/2005/8/layout/radial1"/>
    <dgm:cxn modelId="{B1DC76E5-BF5A-F84F-8B31-42DDB01C8B0E}" type="presParOf" srcId="{3C013D78-512B-D040-9E7B-1429E6C8DBAF}" destId="{AE1F4BE3-5374-A847-BFB8-4C9E0E759F7A}" srcOrd="5" destOrd="0" presId="urn:microsoft.com/office/officeart/2005/8/layout/radial1"/>
    <dgm:cxn modelId="{D3CB7BFB-B315-FA4E-BCD0-CDDF0E8CE51E}" type="presParOf" srcId="{AE1F4BE3-5374-A847-BFB8-4C9E0E759F7A}" destId="{0A95BE31-2304-7046-B8D2-D09270D2E436}" srcOrd="0" destOrd="0" presId="urn:microsoft.com/office/officeart/2005/8/layout/radial1"/>
    <dgm:cxn modelId="{BAC5030B-FBC0-0941-89A6-4EA1AEA9A9C5}" type="presParOf" srcId="{3C013D78-512B-D040-9E7B-1429E6C8DBAF}" destId="{AC8B9AA2-E648-534E-829F-38EF6CE709CA}" srcOrd="6" destOrd="0" presId="urn:microsoft.com/office/officeart/2005/8/layout/radial1"/>
    <dgm:cxn modelId="{C277EC64-7A43-2D48-A535-554E15810943}" type="presParOf" srcId="{3C013D78-512B-D040-9E7B-1429E6C8DBAF}" destId="{1FC90CF6-895A-114B-9E92-397CE2A0B062}" srcOrd="7" destOrd="0" presId="urn:microsoft.com/office/officeart/2005/8/layout/radial1"/>
    <dgm:cxn modelId="{1F082655-DDA1-644F-866F-0DCFBAC3CD74}" type="presParOf" srcId="{1FC90CF6-895A-114B-9E92-397CE2A0B062}" destId="{652EA3E0-2B4E-1F4D-B774-1D6D0BBE2DFA}" srcOrd="0" destOrd="0" presId="urn:microsoft.com/office/officeart/2005/8/layout/radial1"/>
    <dgm:cxn modelId="{E9650696-8397-8F48-937A-6DE1CD62351C}" type="presParOf" srcId="{3C013D78-512B-D040-9E7B-1429E6C8DBAF}" destId="{59E5EFE2-C3EA-C74E-86C4-40C42F0B79B0}" srcOrd="8" destOrd="0" presId="urn:microsoft.com/office/officeart/2005/8/layout/radial1"/>
    <dgm:cxn modelId="{F4ABD4A4-88F1-7E49-9E78-0CD083294D92}" type="presParOf" srcId="{3C013D78-512B-D040-9E7B-1429E6C8DBAF}" destId="{450432AD-5529-7A40-AF4D-7D9651C58F43}" srcOrd="9" destOrd="0" presId="urn:microsoft.com/office/officeart/2005/8/layout/radial1"/>
    <dgm:cxn modelId="{B018E135-2DF1-6E4D-8275-D7CD64A5FBAF}" type="presParOf" srcId="{450432AD-5529-7A40-AF4D-7D9651C58F43}" destId="{451ED008-8AA9-B047-B7E7-D53311E549B4}" srcOrd="0" destOrd="0" presId="urn:microsoft.com/office/officeart/2005/8/layout/radial1"/>
    <dgm:cxn modelId="{4887BCE5-DE41-8341-A604-7D9776C0224D}" type="presParOf" srcId="{3C013D78-512B-D040-9E7B-1429E6C8DBAF}" destId="{BF6EE13F-09BD-3045-9A7D-50E2C1EB1DC8}" srcOrd="10" destOrd="0" presId="urn:microsoft.com/office/officeart/2005/8/layout/radial1"/>
    <dgm:cxn modelId="{640BFC04-8902-584D-A3C2-5D934DE7928E}" type="presParOf" srcId="{3C013D78-512B-D040-9E7B-1429E6C8DBAF}" destId="{DD140B7E-4A66-D14D-AEB5-743156731024}" srcOrd="11" destOrd="0" presId="urn:microsoft.com/office/officeart/2005/8/layout/radial1"/>
    <dgm:cxn modelId="{84B9528E-817B-9545-8895-FD4CB02E6AF3}" type="presParOf" srcId="{DD140B7E-4A66-D14D-AEB5-743156731024}" destId="{1A702883-2EA7-A54F-AB42-8A9C0848A220}" srcOrd="0" destOrd="0" presId="urn:microsoft.com/office/officeart/2005/8/layout/radial1"/>
    <dgm:cxn modelId="{7FE36725-7FB7-024D-924B-30898C260053}" type="presParOf" srcId="{3C013D78-512B-D040-9E7B-1429E6C8DBAF}" destId="{B26BBFDF-5190-7249-840C-7C73C481D39A}" srcOrd="12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46F07-3B4E-2D41-923B-47F8BA9D39BF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462E6A-9DD4-8344-A7A0-78697F884088}">
      <dsp:nvSpPr>
        <dsp:cNvPr id="0" name=""/>
        <dsp:cNvSpPr/>
      </dsp:nvSpPr>
      <dsp:spPr>
        <a:xfrm>
          <a:off x="604289" y="435133"/>
          <a:ext cx="7222685" cy="870267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2500" kern="1200" dirty="0"/>
            <a:t>No minimum SPEC (ISO 8217:2010) is stated / agreed with supplier while bunker is stemmed</a:t>
          </a:r>
          <a:endParaRPr lang="en-GB" sz="2500" kern="1200" dirty="0"/>
        </a:p>
      </dsp:txBody>
      <dsp:txXfrm>
        <a:off x="604289" y="435133"/>
        <a:ext cx="7222685" cy="870267"/>
      </dsp:txXfrm>
    </dsp:sp>
    <dsp:sp modelId="{CF96FA74-5DD4-8640-971F-6AB3EC0FDEC5}">
      <dsp:nvSpPr>
        <dsp:cNvPr id="0" name=""/>
        <dsp:cNvSpPr/>
      </dsp:nvSpPr>
      <dsp:spPr>
        <a:xfrm>
          <a:off x="60372" y="326350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7508BA-1A78-FD4C-963B-786E33B4B58E}">
      <dsp:nvSpPr>
        <dsp:cNvPr id="0" name=""/>
        <dsp:cNvSpPr/>
      </dsp:nvSpPr>
      <dsp:spPr>
        <a:xfrm>
          <a:off x="920631" y="1740535"/>
          <a:ext cx="6906343" cy="870267"/>
        </a:xfrm>
        <a:prstGeom prst="rect">
          <a:avLst/>
        </a:prstGeom>
        <a:solidFill>
          <a:srgbClr val="01189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2500" kern="1200" dirty="0"/>
            <a:t>No option of receiving representative COQ prior bunkering</a:t>
          </a:r>
          <a:endParaRPr lang="en-GB" sz="2500" kern="1200" dirty="0"/>
        </a:p>
      </dsp:txBody>
      <dsp:txXfrm>
        <a:off x="920631" y="1740535"/>
        <a:ext cx="6906343" cy="870267"/>
      </dsp:txXfrm>
    </dsp:sp>
    <dsp:sp modelId="{6E7A30A6-0158-404E-BE8C-EABDCAE0A4FF}">
      <dsp:nvSpPr>
        <dsp:cNvPr id="0" name=""/>
        <dsp:cNvSpPr/>
      </dsp:nvSpPr>
      <dsp:spPr>
        <a:xfrm>
          <a:off x="376714" y="1631751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987260-B788-BD4D-A11B-BEC1638D107F}">
      <dsp:nvSpPr>
        <dsp:cNvPr id="0" name=""/>
        <dsp:cNvSpPr/>
      </dsp:nvSpPr>
      <dsp:spPr>
        <a:xfrm>
          <a:off x="604289" y="3045936"/>
          <a:ext cx="7222685" cy="870267"/>
        </a:xfrm>
        <a:prstGeom prst="rect">
          <a:avLst/>
        </a:prstGeom>
        <a:solidFill>
          <a:srgbClr val="0326C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HK" sz="2500" kern="1200" dirty="0"/>
            <a:t>Bunker Quality Group is not in CC to majority of Bunker Nomination emails</a:t>
          </a:r>
          <a:endParaRPr lang="en-GB" sz="2500" kern="1200" dirty="0"/>
        </a:p>
      </dsp:txBody>
      <dsp:txXfrm>
        <a:off x="604289" y="3045936"/>
        <a:ext cx="7222685" cy="870267"/>
      </dsp:txXfrm>
    </dsp:sp>
    <dsp:sp modelId="{8FF19D62-FE12-3249-94F8-7ABCAB3FF529}">
      <dsp:nvSpPr>
        <dsp:cNvPr id="0" name=""/>
        <dsp:cNvSpPr/>
      </dsp:nvSpPr>
      <dsp:spPr>
        <a:xfrm>
          <a:off x="60372" y="2937153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46F07-3B4E-2D41-923B-47F8BA9D39BF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462E6A-9DD4-8344-A7A0-78697F884088}">
      <dsp:nvSpPr>
        <dsp:cNvPr id="0" name=""/>
        <dsp:cNvSpPr/>
      </dsp:nvSpPr>
      <dsp:spPr>
        <a:xfrm>
          <a:off x="604289" y="435133"/>
          <a:ext cx="7222685" cy="870267"/>
        </a:xfrm>
        <a:prstGeom prst="rect">
          <a:avLst/>
        </a:prstGeom>
        <a:solidFill>
          <a:schemeClr val="accent5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TM, TSI, HSEQ, BQG have limited interaction with vessel regarding Bunkering Plan</a:t>
          </a:r>
        </a:p>
      </dsp:txBody>
      <dsp:txXfrm>
        <a:off x="604289" y="435133"/>
        <a:ext cx="7222685" cy="870267"/>
      </dsp:txXfrm>
    </dsp:sp>
    <dsp:sp modelId="{CF96FA74-5DD4-8640-971F-6AB3EC0FDEC5}">
      <dsp:nvSpPr>
        <dsp:cNvPr id="0" name=""/>
        <dsp:cNvSpPr/>
      </dsp:nvSpPr>
      <dsp:spPr>
        <a:xfrm>
          <a:off x="60372" y="326350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7508BA-1A78-FD4C-963B-786E33B4B58E}">
      <dsp:nvSpPr>
        <dsp:cNvPr id="0" name=""/>
        <dsp:cNvSpPr/>
      </dsp:nvSpPr>
      <dsp:spPr>
        <a:xfrm>
          <a:off x="920631" y="1740535"/>
          <a:ext cx="6906343" cy="870267"/>
        </a:xfrm>
        <a:prstGeom prst="rect">
          <a:avLst/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2600" kern="1200" dirty="0"/>
            <a:t>Email ID set up for bunkering related follow-up is not used much </a:t>
          </a:r>
          <a:endParaRPr lang="en-GB" sz="2600" kern="1200" dirty="0"/>
        </a:p>
      </dsp:txBody>
      <dsp:txXfrm>
        <a:off x="920631" y="1740535"/>
        <a:ext cx="6906343" cy="870267"/>
      </dsp:txXfrm>
    </dsp:sp>
    <dsp:sp modelId="{6E7A30A6-0158-404E-BE8C-EABDCAE0A4FF}">
      <dsp:nvSpPr>
        <dsp:cNvPr id="0" name=""/>
        <dsp:cNvSpPr/>
      </dsp:nvSpPr>
      <dsp:spPr>
        <a:xfrm>
          <a:off x="376714" y="1631751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987260-B788-BD4D-A11B-BEC1638D107F}">
      <dsp:nvSpPr>
        <dsp:cNvPr id="0" name=""/>
        <dsp:cNvSpPr/>
      </dsp:nvSpPr>
      <dsp:spPr>
        <a:xfrm>
          <a:off x="604289" y="3045936"/>
          <a:ext cx="7222685" cy="870267"/>
        </a:xfrm>
        <a:prstGeom prst="rect">
          <a:avLst/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600" kern="1200" dirty="0"/>
            <a:t>Deviations are inconsistently handled</a:t>
          </a:r>
        </a:p>
      </dsp:txBody>
      <dsp:txXfrm>
        <a:off x="604289" y="3045936"/>
        <a:ext cx="7222685" cy="870267"/>
      </dsp:txXfrm>
    </dsp:sp>
    <dsp:sp modelId="{8FF19D62-FE12-3249-94F8-7ABCAB3FF529}">
      <dsp:nvSpPr>
        <dsp:cNvPr id="0" name=""/>
        <dsp:cNvSpPr/>
      </dsp:nvSpPr>
      <dsp:spPr>
        <a:xfrm>
          <a:off x="60372" y="2937153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46F07-3B4E-2D41-923B-47F8BA9D39BF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462E6A-9DD4-8344-A7A0-78697F884088}">
      <dsp:nvSpPr>
        <dsp:cNvPr id="0" name=""/>
        <dsp:cNvSpPr/>
      </dsp:nvSpPr>
      <dsp:spPr>
        <a:xfrm>
          <a:off x="604289" y="435133"/>
          <a:ext cx="7222685" cy="870267"/>
        </a:xfrm>
        <a:prstGeom prst="rect">
          <a:avLst/>
        </a:prstGeom>
        <a:solidFill>
          <a:schemeClr val="accent1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Bunker Survey, Sampling and Distribution of Analysis Results in the Russian ports are handled by BQG</a:t>
          </a:r>
        </a:p>
      </dsp:txBody>
      <dsp:txXfrm>
        <a:off x="604289" y="435133"/>
        <a:ext cx="7222685" cy="870267"/>
      </dsp:txXfrm>
    </dsp:sp>
    <dsp:sp modelId="{CF96FA74-5DD4-8640-971F-6AB3EC0FDEC5}">
      <dsp:nvSpPr>
        <dsp:cNvPr id="0" name=""/>
        <dsp:cNvSpPr/>
      </dsp:nvSpPr>
      <dsp:spPr>
        <a:xfrm>
          <a:off x="60372" y="326350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7508BA-1A78-FD4C-963B-786E33B4B58E}">
      <dsp:nvSpPr>
        <dsp:cNvPr id="0" name=""/>
        <dsp:cNvSpPr/>
      </dsp:nvSpPr>
      <dsp:spPr>
        <a:xfrm>
          <a:off x="920631" y="1740535"/>
          <a:ext cx="6906343" cy="870267"/>
        </a:xfrm>
        <a:prstGeom prst="rect">
          <a:avLst/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Outside Russia samples are intended to be sent to TRIBOCARE for Bunker Analysis</a:t>
          </a:r>
        </a:p>
      </dsp:txBody>
      <dsp:txXfrm>
        <a:off x="920631" y="1740535"/>
        <a:ext cx="6906343" cy="870267"/>
      </dsp:txXfrm>
    </dsp:sp>
    <dsp:sp modelId="{6E7A30A6-0158-404E-BE8C-EABDCAE0A4FF}">
      <dsp:nvSpPr>
        <dsp:cNvPr id="0" name=""/>
        <dsp:cNvSpPr/>
      </dsp:nvSpPr>
      <dsp:spPr>
        <a:xfrm>
          <a:off x="376714" y="1631751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987260-B788-BD4D-A11B-BEC1638D107F}">
      <dsp:nvSpPr>
        <dsp:cNvPr id="0" name=""/>
        <dsp:cNvSpPr/>
      </dsp:nvSpPr>
      <dsp:spPr>
        <a:xfrm>
          <a:off x="604289" y="3045936"/>
          <a:ext cx="7222685" cy="8702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HK" sz="2200" kern="1200" dirty="0"/>
            <a:t>Sample Landing and Courier to Lab is a challenge when bunkering is carried out at OPL</a:t>
          </a:r>
          <a:endParaRPr lang="en-GB" sz="2200" kern="1200" dirty="0"/>
        </a:p>
      </dsp:txBody>
      <dsp:txXfrm>
        <a:off x="604289" y="3045936"/>
        <a:ext cx="7222685" cy="870267"/>
      </dsp:txXfrm>
    </dsp:sp>
    <dsp:sp modelId="{8FF19D62-FE12-3249-94F8-7ABCAB3FF529}">
      <dsp:nvSpPr>
        <dsp:cNvPr id="0" name=""/>
        <dsp:cNvSpPr/>
      </dsp:nvSpPr>
      <dsp:spPr>
        <a:xfrm>
          <a:off x="60372" y="2937153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46F07-3B4E-2D41-923B-47F8BA9D39BF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462E6A-9DD4-8344-A7A0-78697F884088}">
      <dsp:nvSpPr>
        <dsp:cNvPr id="0" name=""/>
        <dsp:cNvSpPr/>
      </dsp:nvSpPr>
      <dsp:spPr>
        <a:xfrm>
          <a:off x="604289" y="435133"/>
          <a:ext cx="7222685" cy="870267"/>
        </a:xfrm>
        <a:prstGeom prst="rect">
          <a:avLst/>
        </a:prstGeom>
        <a:solidFill>
          <a:schemeClr val="accent1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Bunker Analysis Contract with TRIBOCARE needs revision</a:t>
          </a:r>
        </a:p>
      </dsp:txBody>
      <dsp:txXfrm>
        <a:off x="604289" y="435133"/>
        <a:ext cx="7222685" cy="870267"/>
      </dsp:txXfrm>
    </dsp:sp>
    <dsp:sp modelId="{CF96FA74-5DD4-8640-971F-6AB3EC0FDEC5}">
      <dsp:nvSpPr>
        <dsp:cNvPr id="0" name=""/>
        <dsp:cNvSpPr/>
      </dsp:nvSpPr>
      <dsp:spPr>
        <a:xfrm>
          <a:off x="60372" y="326350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7508BA-1A78-FD4C-963B-786E33B4B58E}">
      <dsp:nvSpPr>
        <dsp:cNvPr id="0" name=""/>
        <dsp:cNvSpPr/>
      </dsp:nvSpPr>
      <dsp:spPr>
        <a:xfrm>
          <a:off x="920631" y="1740535"/>
          <a:ext cx="6906343" cy="870267"/>
        </a:xfrm>
        <a:prstGeom prst="rect">
          <a:avLst/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Bunker Sampling and Analysis at Murmansk / Archangelsk range needs revised procedure</a:t>
          </a:r>
        </a:p>
      </dsp:txBody>
      <dsp:txXfrm>
        <a:off x="920631" y="1740535"/>
        <a:ext cx="6906343" cy="870267"/>
      </dsp:txXfrm>
    </dsp:sp>
    <dsp:sp modelId="{6E7A30A6-0158-404E-BE8C-EABDCAE0A4FF}">
      <dsp:nvSpPr>
        <dsp:cNvPr id="0" name=""/>
        <dsp:cNvSpPr/>
      </dsp:nvSpPr>
      <dsp:spPr>
        <a:xfrm>
          <a:off x="376714" y="1631751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987260-B788-BD4D-A11B-BEC1638D107F}">
      <dsp:nvSpPr>
        <dsp:cNvPr id="0" name=""/>
        <dsp:cNvSpPr/>
      </dsp:nvSpPr>
      <dsp:spPr>
        <a:xfrm>
          <a:off x="604289" y="3045936"/>
          <a:ext cx="7222685" cy="8702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endParaRPr lang="en-GB" sz="2500" kern="1200" dirty="0"/>
        </a:p>
      </dsp:txBody>
      <dsp:txXfrm>
        <a:off x="604289" y="3045936"/>
        <a:ext cx="7222685" cy="870267"/>
      </dsp:txXfrm>
    </dsp:sp>
    <dsp:sp modelId="{8FF19D62-FE12-3249-94F8-7ABCAB3FF529}">
      <dsp:nvSpPr>
        <dsp:cNvPr id="0" name=""/>
        <dsp:cNvSpPr/>
      </dsp:nvSpPr>
      <dsp:spPr>
        <a:xfrm>
          <a:off x="60372" y="2937153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24C92-C969-1744-8741-EE7F4AAD0C57}">
      <dsp:nvSpPr>
        <dsp:cNvPr id="0" name=""/>
        <dsp:cNvSpPr/>
      </dsp:nvSpPr>
      <dsp:spPr>
        <a:xfrm>
          <a:off x="0" y="0"/>
          <a:ext cx="4351338" cy="4351338"/>
        </a:xfrm>
        <a:prstGeom prst="pie">
          <a:avLst>
            <a:gd name="adj1" fmla="val 5400000"/>
            <a:gd name="adj2" fmla="val 1620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26E8600-DA39-1B4E-92BE-1721FD524F6C}">
      <dsp:nvSpPr>
        <dsp:cNvPr id="0" name=""/>
        <dsp:cNvSpPr/>
      </dsp:nvSpPr>
      <dsp:spPr>
        <a:xfrm>
          <a:off x="2175669" y="0"/>
          <a:ext cx="5711031" cy="435133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800" kern="1200" dirty="0"/>
            <a:t>Only in-house vessels – with possible additions are covered under this contract</a:t>
          </a:r>
          <a:endParaRPr lang="en-GB" sz="1800" kern="1200" dirty="0"/>
        </a:p>
      </dsp:txBody>
      <dsp:txXfrm>
        <a:off x="2175669" y="0"/>
        <a:ext cx="5711031" cy="696214"/>
      </dsp:txXfrm>
    </dsp:sp>
    <dsp:sp modelId="{95E775A6-802A-E544-95FA-50C0A7297E2E}">
      <dsp:nvSpPr>
        <dsp:cNvPr id="0" name=""/>
        <dsp:cNvSpPr/>
      </dsp:nvSpPr>
      <dsp:spPr>
        <a:xfrm>
          <a:off x="456890" y="696214"/>
          <a:ext cx="3437557" cy="3437557"/>
        </a:xfrm>
        <a:prstGeom prst="pie">
          <a:avLst>
            <a:gd name="adj1" fmla="val 5400000"/>
            <a:gd name="adj2" fmla="val 16200000"/>
          </a:avLst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77900FB-BDA3-C44C-B3AE-1372622435A8}">
      <dsp:nvSpPr>
        <dsp:cNvPr id="0" name=""/>
        <dsp:cNvSpPr/>
      </dsp:nvSpPr>
      <dsp:spPr>
        <a:xfrm>
          <a:off x="2175669" y="696214"/>
          <a:ext cx="5711031" cy="343755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900" kern="1200" dirty="0"/>
            <a:t>3</a:t>
          </a:r>
          <a:r>
            <a:rPr lang="en-HK" sz="1900" kern="1200" baseline="30000" dirty="0"/>
            <a:t>rd</a:t>
          </a:r>
          <a:r>
            <a:rPr lang="en-HK" sz="1900" kern="1200" dirty="0"/>
            <a:t> party manager / JV vessels not covered in this contract</a:t>
          </a:r>
          <a:endParaRPr lang="en-GB" sz="1900" kern="1200" dirty="0"/>
        </a:p>
      </dsp:txBody>
      <dsp:txXfrm>
        <a:off x="2175669" y="696214"/>
        <a:ext cx="5711031" cy="696214"/>
      </dsp:txXfrm>
    </dsp:sp>
    <dsp:sp modelId="{287FD87F-9085-974C-B2EF-3558755CF099}">
      <dsp:nvSpPr>
        <dsp:cNvPr id="0" name=""/>
        <dsp:cNvSpPr/>
      </dsp:nvSpPr>
      <dsp:spPr>
        <a:xfrm>
          <a:off x="913780" y="1392428"/>
          <a:ext cx="2523776" cy="2523776"/>
        </a:xfrm>
        <a:prstGeom prst="pie">
          <a:avLst>
            <a:gd name="adj1" fmla="val 5400000"/>
            <a:gd name="adj2" fmla="val 16200000"/>
          </a:avLst>
        </a:prstGeom>
        <a:solidFill>
          <a:schemeClr val="accent6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11351DA-9725-9A45-9286-4D1450FA5DD5}">
      <dsp:nvSpPr>
        <dsp:cNvPr id="0" name=""/>
        <dsp:cNvSpPr/>
      </dsp:nvSpPr>
      <dsp:spPr>
        <a:xfrm>
          <a:off x="2175669" y="1392428"/>
          <a:ext cx="5711031" cy="252377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800" kern="1200" dirty="0"/>
            <a:t>There is no common login to TRIBOCARE Portal – each DOC has a separate login for individual results</a:t>
          </a:r>
          <a:endParaRPr lang="en-GB" sz="1800" kern="1200" dirty="0"/>
        </a:p>
      </dsp:txBody>
      <dsp:txXfrm>
        <a:off x="2175669" y="1392428"/>
        <a:ext cx="5711031" cy="696214"/>
      </dsp:txXfrm>
    </dsp:sp>
    <dsp:sp modelId="{B948F10D-EB84-8545-A61E-74D619E31E77}">
      <dsp:nvSpPr>
        <dsp:cNvPr id="0" name=""/>
        <dsp:cNvSpPr/>
      </dsp:nvSpPr>
      <dsp:spPr>
        <a:xfrm>
          <a:off x="1370671" y="2088642"/>
          <a:ext cx="1609995" cy="1609995"/>
        </a:xfrm>
        <a:prstGeom prst="pie">
          <a:avLst>
            <a:gd name="adj1" fmla="val 5400000"/>
            <a:gd name="adj2" fmla="val 16200000"/>
          </a:avLst>
        </a:prstGeom>
        <a:solidFill>
          <a:schemeClr val="accent6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911FDB6-0D7D-1A4F-B58B-C25BC84F586C}">
      <dsp:nvSpPr>
        <dsp:cNvPr id="0" name=""/>
        <dsp:cNvSpPr/>
      </dsp:nvSpPr>
      <dsp:spPr>
        <a:xfrm>
          <a:off x="2175669" y="2088642"/>
          <a:ext cx="5711031" cy="16099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 dirty="0"/>
            <a:t>Login credentials were shared by Purchasing to Bunker Quality Group last year – but it is not sure if this is used or working</a:t>
          </a:r>
          <a:endParaRPr lang="en-GB" sz="1600" kern="1200" dirty="0"/>
        </a:p>
      </dsp:txBody>
      <dsp:txXfrm>
        <a:off x="2175669" y="2088642"/>
        <a:ext cx="5711031" cy="696214"/>
      </dsp:txXfrm>
    </dsp:sp>
    <dsp:sp modelId="{36091CDB-C40D-6149-87FB-658D0D4C6188}">
      <dsp:nvSpPr>
        <dsp:cNvPr id="0" name=""/>
        <dsp:cNvSpPr/>
      </dsp:nvSpPr>
      <dsp:spPr>
        <a:xfrm>
          <a:off x="1827561" y="2784856"/>
          <a:ext cx="696214" cy="696214"/>
        </a:xfrm>
        <a:prstGeom prst="pie">
          <a:avLst>
            <a:gd name="adj1" fmla="val 5400000"/>
            <a:gd name="adj2" fmla="val 16200000"/>
          </a:avLst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1977B8E-1584-954D-91DD-7306254794F9}">
      <dsp:nvSpPr>
        <dsp:cNvPr id="0" name=""/>
        <dsp:cNvSpPr/>
      </dsp:nvSpPr>
      <dsp:spPr>
        <a:xfrm>
          <a:off x="2175669" y="2784856"/>
          <a:ext cx="5711031" cy="69621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800" kern="1200" dirty="0"/>
            <a:t>Communication protocol needs to be revamped with TRIBOCARE so that concerned PICs can receive reports</a:t>
          </a:r>
          <a:endParaRPr lang="en-GB" sz="1800" kern="1200" dirty="0"/>
        </a:p>
      </dsp:txBody>
      <dsp:txXfrm>
        <a:off x="2175669" y="2784856"/>
        <a:ext cx="5711031" cy="6962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E85F5-6A0B-7749-BE06-7A6AE59A8F12}">
      <dsp:nvSpPr>
        <dsp:cNvPr id="0" name=""/>
        <dsp:cNvSpPr/>
      </dsp:nvSpPr>
      <dsp:spPr>
        <a:xfrm>
          <a:off x="962" y="0"/>
          <a:ext cx="2503103" cy="4351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700" kern="1200" dirty="0"/>
            <a:t>No minimum SPEC (ISO 8217:2010) is stated / agreed with supplier while bunker is stemmed</a:t>
          </a:r>
          <a:endParaRPr lang="en-GB" sz="1700" kern="1200" dirty="0"/>
        </a:p>
      </dsp:txBody>
      <dsp:txXfrm>
        <a:off x="962" y="0"/>
        <a:ext cx="2503103" cy="1305401"/>
      </dsp:txXfrm>
    </dsp:sp>
    <dsp:sp modelId="{FBBCC8C1-75D9-8E46-B25F-CF272AA6A3DE}">
      <dsp:nvSpPr>
        <dsp:cNvPr id="0" name=""/>
        <dsp:cNvSpPr/>
      </dsp:nvSpPr>
      <dsp:spPr>
        <a:xfrm>
          <a:off x="251273" y="1306676"/>
          <a:ext cx="2002482" cy="13119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COQ provided while bunkering is limited to basic specs for MARPOL compliance / Limited ability to press claims</a:t>
          </a:r>
        </a:p>
      </dsp:txBody>
      <dsp:txXfrm>
        <a:off x="289700" y="1345103"/>
        <a:ext cx="1925628" cy="1235133"/>
      </dsp:txXfrm>
    </dsp:sp>
    <dsp:sp modelId="{5A9014F9-2FE6-A644-B474-C0DB3A370A47}">
      <dsp:nvSpPr>
        <dsp:cNvPr id="0" name=""/>
        <dsp:cNvSpPr/>
      </dsp:nvSpPr>
      <dsp:spPr>
        <a:xfrm>
          <a:off x="251273" y="2820508"/>
          <a:ext cx="2002482" cy="1311987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Limited ability to press claims or insist </a:t>
          </a:r>
          <a:r>
            <a:rPr lang="en-GB" sz="1400" kern="1200" dirty="0" err="1"/>
            <a:t>debunkering</a:t>
          </a:r>
          <a:endParaRPr lang="en-GB" sz="1400" kern="1200" dirty="0"/>
        </a:p>
      </dsp:txBody>
      <dsp:txXfrm>
        <a:off x="289700" y="2858935"/>
        <a:ext cx="1925628" cy="1235133"/>
      </dsp:txXfrm>
    </dsp:sp>
    <dsp:sp modelId="{6713C564-986B-F645-841C-B8217EF6697F}">
      <dsp:nvSpPr>
        <dsp:cNvPr id="0" name=""/>
        <dsp:cNvSpPr/>
      </dsp:nvSpPr>
      <dsp:spPr>
        <a:xfrm>
          <a:off x="2691798" y="0"/>
          <a:ext cx="2503103" cy="4351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700" kern="1200" dirty="0"/>
            <a:t>No option of receiving representative COQ prior bunkering</a:t>
          </a:r>
          <a:endParaRPr lang="en-GB" sz="1700" kern="1200" dirty="0"/>
        </a:p>
      </dsp:txBody>
      <dsp:txXfrm>
        <a:off x="2691798" y="0"/>
        <a:ext cx="2503103" cy="1305401"/>
      </dsp:txXfrm>
    </dsp:sp>
    <dsp:sp modelId="{6D32D09E-5F03-C749-BA07-B8AA890A2555}">
      <dsp:nvSpPr>
        <dsp:cNvPr id="0" name=""/>
        <dsp:cNvSpPr/>
      </dsp:nvSpPr>
      <dsp:spPr>
        <a:xfrm>
          <a:off x="2942108" y="1306676"/>
          <a:ext cx="2002482" cy="13119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Limited supplier base therefore cannot demand</a:t>
          </a:r>
        </a:p>
      </dsp:txBody>
      <dsp:txXfrm>
        <a:off x="2980535" y="1345103"/>
        <a:ext cx="1925628" cy="1235133"/>
      </dsp:txXfrm>
    </dsp:sp>
    <dsp:sp modelId="{6B259203-214D-3847-95C5-9D415A33FF07}">
      <dsp:nvSpPr>
        <dsp:cNvPr id="0" name=""/>
        <dsp:cNvSpPr/>
      </dsp:nvSpPr>
      <dsp:spPr>
        <a:xfrm>
          <a:off x="2942108" y="2820508"/>
          <a:ext cx="2002482" cy="1311987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Bunker ordering is usually based on the most economic price</a:t>
          </a:r>
        </a:p>
      </dsp:txBody>
      <dsp:txXfrm>
        <a:off x="2980535" y="2858935"/>
        <a:ext cx="1925628" cy="1235133"/>
      </dsp:txXfrm>
    </dsp:sp>
    <dsp:sp modelId="{97B1578A-1137-F948-9D4C-3D92F347C090}">
      <dsp:nvSpPr>
        <dsp:cNvPr id="0" name=""/>
        <dsp:cNvSpPr/>
      </dsp:nvSpPr>
      <dsp:spPr>
        <a:xfrm>
          <a:off x="5382634" y="0"/>
          <a:ext cx="2503103" cy="4351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HK" sz="1700" kern="1200" dirty="0"/>
            <a:t>Bunker Quality Group is not in CC to majority of Bunker Nomination emails</a:t>
          </a:r>
          <a:endParaRPr lang="en-GB" sz="1700" kern="1200" dirty="0"/>
        </a:p>
      </dsp:txBody>
      <dsp:txXfrm>
        <a:off x="5382634" y="0"/>
        <a:ext cx="2503103" cy="1305401"/>
      </dsp:txXfrm>
    </dsp:sp>
    <dsp:sp modelId="{D3BEC3EE-8087-D74D-BB58-5F895998FDB7}">
      <dsp:nvSpPr>
        <dsp:cNvPr id="0" name=""/>
        <dsp:cNvSpPr/>
      </dsp:nvSpPr>
      <dsp:spPr>
        <a:xfrm>
          <a:off x="5632944" y="1306676"/>
          <a:ext cx="2002482" cy="13119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TSI / TM are sometimes be in CC but lack of oversight</a:t>
          </a:r>
        </a:p>
      </dsp:txBody>
      <dsp:txXfrm>
        <a:off x="5671371" y="1345103"/>
        <a:ext cx="1925628" cy="1235133"/>
      </dsp:txXfrm>
    </dsp:sp>
    <dsp:sp modelId="{AB0EA3D5-28D2-7645-84A6-843E6165C9BB}">
      <dsp:nvSpPr>
        <dsp:cNvPr id="0" name=""/>
        <dsp:cNvSpPr/>
      </dsp:nvSpPr>
      <dsp:spPr>
        <a:xfrm>
          <a:off x="5632944" y="2820508"/>
          <a:ext cx="2002482" cy="1311987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 dirty="0"/>
        </a:p>
      </dsp:txBody>
      <dsp:txXfrm>
        <a:off x="5671371" y="2858935"/>
        <a:ext cx="1925628" cy="123513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7B86F5-B881-A445-836F-5DE8E910982E}">
      <dsp:nvSpPr>
        <dsp:cNvPr id="0" name=""/>
        <dsp:cNvSpPr/>
      </dsp:nvSpPr>
      <dsp:spPr>
        <a:xfrm>
          <a:off x="2578783" y="1576751"/>
          <a:ext cx="2729133" cy="119783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Typical Challenges</a:t>
          </a:r>
        </a:p>
      </dsp:txBody>
      <dsp:txXfrm>
        <a:off x="2978455" y="1752170"/>
        <a:ext cx="1929789" cy="846996"/>
      </dsp:txXfrm>
    </dsp:sp>
    <dsp:sp modelId="{FE3FBF77-2E2B-124A-86FD-FDD0B8A6F44B}">
      <dsp:nvSpPr>
        <dsp:cNvPr id="0" name=""/>
        <dsp:cNvSpPr/>
      </dsp:nvSpPr>
      <dsp:spPr>
        <a:xfrm rot="16200000">
          <a:off x="3762570" y="1382303"/>
          <a:ext cx="361558" cy="27338"/>
        </a:xfrm>
        <a:custGeom>
          <a:avLst/>
          <a:gdLst/>
          <a:ahLst/>
          <a:cxnLst/>
          <a:rect l="0" t="0" r="0" b="0"/>
          <a:pathLst>
            <a:path>
              <a:moveTo>
                <a:pt x="0" y="13669"/>
              </a:moveTo>
              <a:lnTo>
                <a:pt x="361558" y="1366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934311" y="1386933"/>
        <a:ext cx="18077" cy="18077"/>
      </dsp:txXfrm>
    </dsp:sp>
    <dsp:sp modelId="{8D84EFA2-FE8B-3941-B92D-54AF4BF78079}">
      <dsp:nvSpPr>
        <dsp:cNvPr id="0" name=""/>
        <dsp:cNvSpPr/>
      </dsp:nvSpPr>
      <dsp:spPr>
        <a:xfrm>
          <a:off x="2691307" y="17359"/>
          <a:ext cx="2504084" cy="119783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Sample </a:t>
          </a:r>
          <a:r>
            <a:rPr lang="en-GB" sz="1600" kern="1200" dirty="0"/>
            <a:t>Quantity</a:t>
          </a:r>
          <a:endParaRPr lang="en-GB" sz="1700" kern="1200" dirty="0"/>
        </a:p>
      </dsp:txBody>
      <dsp:txXfrm>
        <a:off x="3058022" y="192778"/>
        <a:ext cx="1770654" cy="846996"/>
      </dsp:txXfrm>
    </dsp:sp>
    <dsp:sp modelId="{2D801DBC-CE66-1949-AC31-48A2D7A339F2}">
      <dsp:nvSpPr>
        <dsp:cNvPr id="0" name=""/>
        <dsp:cNvSpPr/>
      </dsp:nvSpPr>
      <dsp:spPr>
        <a:xfrm rot="20522196">
          <a:off x="5030373" y="1739322"/>
          <a:ext cx="433352" cy="27338"/>
        </a:xfrm>
        <a:custGeom>
          <a:avLst/>
          <a:gdLst/>
          <a:ahLst/>
          <a:cxnLst/>
          <a:rect l="0" t="0" r="0" b="0"/>
          <a:pathLst>
            <a:path>
              <a:moveTo>
                <a:pt x="0" y="13669"/>
              </a:moveTo>
              <a:lnTo>
                <a:pt x="433352" y="1366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236215" y="1742158"/>
        <a:ext cx="21667" cy="21667"/>
      </dsp:txXfrm>
    </dsp:sp>
    <dsp:sp modelId="{06415295-79E4-E14B-8680-6F27E301394E}">
      <dsp:nvSpPr>
        <dsp:cNvPr id="0" name=""/>
        <dsp:cNvSpPr/>
      </dsp:nvSpPr>
      <dsp:spPr>
        <a:xfrm>
          <a:off x="5237541" y="751228"/>
          <a:ext cx="2504084" cy="1197834"/>
        </a:xfrm>
        <a:prstGeom prst="ellipse">
          <a:avLst/>
        </a:prstGeom>
        <a:solidFill>
          <a:schemeClr val="accent4">
            <a:hueOff val="1319987"/>
            <a:satOff val="-5840"/>
            <a:lumOff val="-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Time required to deliver samples to Lab and obtain Analysis Results</a:t>
          </a:r>
        </a:p>
      </dsp:txBody>
      <dsp:txXfrm>
        <a:off x="5604256" y="926647"/>
        <a:ext cx="1770654" cy="846996"/>
      </dsp:txXfrm>
    </dsp:sp>
    <dsp:sp modelId="{AE1F4BE3-5374-A847-BFB8-4C9E0E759F7A}">
      <dsp:nvSpPr>
        <dsp:cNvPr id="0" name=""/>
        <dsp:cNvSpPr/>
      </dsp:nvSpPr>
      <dsp:spPr>
        <a:xfrm rot="1050714">
          <a:off x="5041429" y="2575833"/>
          <a:ext cx="426965" cy="27338"/>
        </a:xfrm>
        <a:custGeom>
          <a:avLst/>
          <a:gdLst/>
          <a:ahLst/>
          <a:cxnLst/>
          <a:rect l="0" t="0" r="0" b="0"/>
          <a:pathLst>
            <a:path>
              <a:moveTo>
                <a:pt x="0" y="13669"/>
              </a:moveTo>
              <a:lnTo>
                <a:pt x="426965" y="1366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244238" y="2578828"/>
        <a:ext cx="21348" cy="21348"/>
      </dsp:txXfrm>
    </dsp:sp>
    <dsp:sp modelId="{AC8B9AA2-E648-534E-829F-38EF6CE709CA}">
      <dsp:nvSpPr>
        <dsp:cNvPr id="0" name=""/>
        <dsp:cNvSpPr/>
      </dsp:nvSpPr>
      <dsp:spPr>
        <a:xfrm>
          <a:off x="5251611" y="2384597"/>
          <a:ext cx="2504084" cy="1197834"/>
        </a:xfrm>
        <a:prstGeom prst="ellipse">
          <a:avLst/>
        </a:prstGeom>
        <a:solidFill>
          <a:schemeClr val="accent4">
            <a:hueOff val="2639975"/>
            <a:satOff val="-11681"/>
            <a:lumOff val="-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Communication Protocol for Result Distribution is not consistent</a:t>
          </a:r>
        </a:p>
      </dsp:txBody>
      <dsp:txXfrm>
        <a:off x="5618326" y="2560016"/>
        <a:ext cx="1770654" cy="846996"/>
      </dsp:txXfrm>
    </dsp:sp>
    <dsp:sp modelId="{1FC90CF6-895A-114B-9E92-397CE2A0B062}">
      <dsp:nvSpPr>
        <dsp:cNvPr id="0" name=""/>
        <dsp:cNvSpPr/>
      </dsp:nvSpPr>
      <dsp:spPr>
        <a:xfrm rot="5400000">
          <a:off x="3762570" y="2941696"/>
          <a:ext cx="361558" cy="27338"/>
        </a:xfrm>
        <a:custGeom>
          <a:avLst/>
          <a:gdLst/>
          <a:ahLst/>
          <a:cxnLst/>
          <a:rect l="0" t="0" r="0" b="0"/>
          <a:pathLst>
            <a:path>
              <a:moveTo>
                <a:pt x="0" y="13669"/>
              </a:moveTo>
              <a:lnTo>
                <a:pt x="361558" y="1366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934311" y="2946326"/>
        <a:ext cx="18077" cy="18077"/>
      </dsp:txXfrm>
    </dsp:sp>
    <dsp:sp modelId="{59E5EFE2-C3EA-C74E-86C4-40C42F0B79B0}">
      <dsp:nvSpPr>
        <dsp:cNvPr id="0" name=""/>
        <dsp:cNvSpPr/>
      </dsp:nvSpPr>
      <dsp:spPr>
        <a:xfrm>
          <a:off x="2691307" y="3136144"/>
          <a:ext cx="2504084" cy="1197834"/>
        </a:xfrm>
        <a:prstGeom prst="ellipse">
          <a:avLst/>
        </a:prstGeom>
        <a:solidFill>
          <a:schemeClr val="accent4">
            <a:hueOff val="3959962"/>
            <a:satOff val="-17521"/>
            <a:lumOff val="-29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Inconsistency between Specs of Bunker delivered and Analysis Received</a:t>
          </a:r>
        </a:p>
      </dsp:txBody>
      <dsp:txXfrm>
        <a:off x="3058022" y="3311563"/>
        <a:ext cx="1770654" cy="846996"/>
      </dsp:txXfrm>
    </dsp:sp>
    <dsp:sp modelId="{450432AD-5529-7A40-AF4D-7D9651C58F43}">
      <dsp:nvSpPr>
        <dsp:cNvPr id="0" name=""/>
        <dsp:cNvSpPr/>
      </dsp:nvSpPr>
      <dsp:spPr>
        <a:xfrm rot="9663588">
          <a:off x="2430414" y="2603947"/>
          <a:ext cx="450124" cy="27338"/>
        </a:xfrm>
        <a:custGeom>
          <a:avLst/>
          <a:gdLst/>
          <a:ahLst/>
          <a:cxnLst/>
          <a:rect l="0" t="0" r="0" b="0"/>
          <a:pathLst>
            <a:path>
              <a:moveTo>
                <a:pt x="0" y="13669"/>
              </a:moveTo>
              <a:lnTo>
                <a:pt x="450124" y="1366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 rot="10800000">
        <a:off x="2644223" y="2606363"/>
        <a:ext cx="22506" cy="22506"/>
      </dsp:txXfrm>
    </dsp:sp>
    <dsp:sp modelId="{BF6EE13F-09BD-3045-9A7D-50E2C1EB1DC8}">
      <dsp:nvSpPr>
        <dsp:cNvPr id="0" name=""/>
        <dsp:cNvSpPr/>
      </dsp:nvSpPr>
      <dsp:spPr>
        <a:xfrm>
          <a:off x="173220" y="2440860"/>
          <a:ext cx="2504084" cy="1197834"/>
        </a:xfrm>
        <a:prstGeom prst="ellipse">
          <a:avLst/>
        </a:prstGeom>
        <a:solidFill>
          <a:schemeClr val="accent4">
            <a:hueOff val="5279950"/>
            <a:satOff val="-23362"/>
            <a:lumOff val="-3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Vessels bunkering at OPL do not have an economic way of landing Samples</a:t>
          </a:r>
        </a:p>
      </dsp:txBody>
      <dsp:txXfrm>
        <a:off x="539935" y="2616279"/>
        <a:ext cx="1770654" cy="846996"/>
      </dsp:txXfrm>
    </dsp:sp>
    <dsp:sp modelId="{DD140B7E-4A66-D14D-AEB5-743156731024}">
      <dsp:nvSpPr>
        <dsp:cNvPr id="0" name=""/>
        <dsp:cNvSpPr/>
      </dsp:nvSpPr>
      <dsp:spPr>
        <a:xfrm rot="11835936">
          <a:off x="2437984" y="1756403"/>
          <a:ext cx="400773" cy="27338"/>
        </a:xfrm>
        <a:custGeom>
          <a:avLst/>
          <a:gdLst/>
          <a:ahLst/>
          <a:cxnLst/>
          <a:rect l="0" t="0" r="0" b="0"/>
          <a:pathLst>
            <a:path>
              <a:moveTo>
                <a:pt x="0" y="13669"/>
              </a:moveTo>
              <a:lnTo>
                <a:pt x="400773" y="1366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 rot="10800000">
        <a:off x="2628351" y="1760053"/>
        <a:ext cx="20038" cy="20038"/>
      </dsp:txXfrm>
    </dsp:sp>
    <dsp:sp modelId="{B26BBFDF-5190-7249-840C-7C73C481D39A}">
      <dsp:nvSpPr>
        <dsp:cNvPr id="0" name=""/>
        <dsp:cNvSpPr/>
      </dsp:nvSpPr>
      <dsp:spPr>
        <a:xfrm>
          <a:off x="145082" y="785367"/>
          <a:ext cx="2504084" cy="1197834"/>
        </a:xfrm>
        <a:prstGeom prst="ellipse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Ship’s Sample Seal Numbers NOT Included in BDN</a:t>
          </a:r>
        </a:p>
      </dsp:txBody>
      <dsp:txXfrm>
        <a:off x="511797" y="960786"/>
        <a:ext cx="1770654" cy="8469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1F4-A3AF-C142-94CF-DBA33AD8D009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718EA-F1B9-8C49-93CE-322612669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68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1F4-A3AF-C142-94CF-DBA33AD8D009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718EA-F1B9-8C49-93CE-322612669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14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1F4-A3AF-C142-94CF-DBA33AD8D009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718EA-F1B9-8C49-93CE-322612669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10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1F4-A3AF-C142-94CF-DBA33AD8D009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718EA-F1B9-8C49-93CE-322612669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846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1F4-A3AF-C142-94CF-DBA33AD8D009}" type="datetimeFigureOut">
              <a:rPr lang="en-US" smtClean="0"/>
              <a:t>2/20/25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718EA-F1B9-8C49-93CE-322612669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8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1F4-A3AF-C142-94CF-DBA33AD8D009}" type="datetimeFigureOut">
              <a:rPr lang="en-US" smtClean="0"/>
              <a:t>2/20/25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718EA-F1B9-8C49-93CE-322612669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82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1F4-A3AF-C142-94CF-DBA33AD8D009}" type="datetimeFigureOut">
              <a:rPr lang="en-US" smtClean="0"/>
              <a:t>2/20/25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718EA-F1B9-8C49-93CE-322612669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1F4-A3AF-C142-94CF-DBA33AD8D009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718EA-F1B9-8C49-93CE-322612669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576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1F4-A3AF-C142-94CF-DBA33AD8D009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718EA-F1B9-8C49-93CE-322612669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78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1F4-A3AF-C142-94CF-DBA33AD8D009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718EA-F1B9-8C49-93CE-322612669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8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1F4-A3AF-C142-94CF-DBA33AD8D009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718EA-F1B9-8C49-93CE-322612669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749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411F4-A3AF-C142-94CF-DBA33AD8D009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718EA-F1B9-8C49-93CE-322612669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10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BEA223-7B58-5CC8-E45B-2B1F98D9A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324" y="1146412"/>
            <a:ext cx="6760761" cy="2402006"/>
          </a:xfrm>
        </p:spPr>
        <p:txBody>
          <a:bodyPr anchor="b">
            <a:normAutofit/>
          </a:bodyPr>
          <a:lstStyle/>
          <a:p>
            <a:pPr algn="l"/>
            <a:r>
              <a:rPr lang="en-US" sz="4200"/>
              <a:t>Shipboard Bunkering Process, Sample Analysis &amp; Communication Protocol</a:t>
            </a:r>
            <a:endParaRPr lang="en-US" sz="4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4374554"/>
            <a:ext cx="9144005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105491" y="4374554"/>
            <a:ext cx="3038508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9143988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" y="4380927"/>
            <a:ext cx="9144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7CB9E-9A12-86A3-1760-2174991EE4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7323" y="4892722"/>
            <a:ext cx="4790367" cy="1078173"/>
          </a:xfrm>
        </p:spPr>
        <p:txBody>
          <a:bodyPr anchor="ctr">
            <a:normAutofit lnSpcReduction="10000"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ANALYSIS OF EXISTING PROCEDURE AND CHALLENGES FACED  dated 20</a:t>
            </a:r>
            <a:r>
              <a:rPr lang="en-US" baseline="30000" dirty="0">
                <a:solidFill>
                  <a:srgbClr val="FFFFFF"/>
                </a:solidFill>
              </a:rPr>
              <a:t>th</a:t>
            </a:r>
            <a:r>
              <a:rPr lang="en-US" dirty="0">
                <a:solidFill>
                  <a:srgbClr val="FFFFFF"/>
                </a:solidFill>
              </a:rPr>
              <a:t> Feb 2025</a:t>
            </a:r>
          </a:p>
        </p:txBody>
      </p:sp>
    </p:spTree>
    <p:extLst>
      <p:ext uri="{BB962C8B-B14F-4D97-AF65-F5344CB8AC3E}">
        <p14:creationId xmlns:p14="http://schemas.microsoft.com/office/powerpoint/2010/main" val="721155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E6EB-8B0E-5AC9-3811-80337784C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sz="4400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Procurement Procedure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DFC08A-690C-8B5C-A8FF-F77E80C1B9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52324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5" descr="Badge Tick with solid fill">
            <a:extLst>
              <a:ext uri="{FF2B5EF4-FFF2-40B4-BE49-F238E27FC236}">
                <a16:creationId xmlns:a16="http://schemas.microsoft.com/office/drawing/2014/main" id="{EF11A575-B89A-DF74-F8DC-E8CCBF886D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583" y="2244855"/>
            <a:ext cx="914400" cy="914400"/>
          </a:xfrm>
          <a:prstGeom prst="rect">
            <a:avLst/>
          </a:prstGeom>
        </p:spPr>
      </p:pic>
      <p:pic>
        <p:nvPicPr>
          <p:cNvPr id="9" name="Graphic 8" descr="Badge Tick with solid fill">
            <a:extLst>
              <a:ext uri="{FF2B5EF4-FFF2-40B4-BE49-F238E27FC236}">
                <a16:creationId xmlns:a16="http://schemas.microsoft.com/office/drawing/2014/main" id="{29FA05C1-4B92-3C46-A2A5-E09C7904D1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340" y="3556451"/>
            <a:ext cx="914400" cy="914400"/>
          </a:xfrm>
          <a:prstGeom prst="rect">
            <a:avLst/>
          </a:prstGeom>
        </p:spPr>
      </p:pic>
      <p:pic>
        <p:nvPicPr>
          <p:cNvPr id="10" name="Graphic 9" descr="Badge Tick with solid fill">
            <a:extLst>
              <a:ext uri="{FF2B5EF4-FFF2-40B4-BE49-F238E27FC236}">
                <a16:creationId xmlns:a16="http://schemas.microsoft.com/office/drawing/2014/main" id="{7CA8B6B2-A423-3BBB-4FB8-DC34DC086B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940" y="485569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109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CAFDB-95F8-8511-46AC-54CB68F69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8BD57-AEFF-A1AE-458C-6BD01C4DA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HK" sz="4400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</a:br>
            <a:r>
              <a:rPr lang="en-HK" sz="4900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Bunkering</a:t>
            </a:r>
            <a:r>
              <a:rPr lang="en-HK" sz="4400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Procedure and Communication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D6C207-3068-A839-0278-DD71B45ABA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129628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5" descr="Badge Tick with solid fill">
            <a:extLst>
              <a:ext uri="{FF2B5EF4-FFF2-40B4-BE49-F238E27FC236}">
                <a16:creationId xmlns:a16="http://schemas.microsoft.com/office/drawing/2014/main" id="{BC1A2161-7414-C848-4DD3-EF85501E1F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583" y="2244855"/>
            <a:ext cx="914400" cy="914400"/>
          </a:xfrm>
          <a:prstGeom prst="rect">
            <a:avLst/>
          </a:prstGeom>
        </p:spPr>
      </p:pic>
      <p:pic>
        <p:nvPicPr>
          <p:cNvPr id="9" name="Graphic 8" descr="Badge Tick with solid fill">
            <a:extLst>
              <a:ext uri="{FF2B5EF4-FFF2-40B4-BE49-F238E27FC236}">
                <a16:creationId xmlns:a16="http://schemas.microsoft.com/office/drawing/2014/main" id="{DE7F9DD9-F5AE-DFFA-344E-5B48455A42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340" y="3556451"/>
            <a:ext cx="914400" cy="914400"/>
          </a:xfrm>
          <a:prstGeom prst="rect">
            <a:avLst/>
          </a:prstGeom>
        </p:spPr>
      </p:pic>
      <p:pic>
        <p:nvPicPr>
          <p:cNvPr id="10" name="Graphic 9" descr="Badge Tick with solid fill">
            <a:extLst>
              <a:ext uri="{FF2B5EF4-FFF2-40B4-BE49-F238E27FC236}">
                <a16:creationId xmlns:a16="http://schemas.microsoft.com/office/drawing/2014/main" id="{9FCB453A-26A1-93A7-CC98-A2609FB823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940" y="485569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288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140C9-5749-5FF4-DBA3-E2163929F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67B26-2360-74C7-CCEB-460B23623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HK" dirty="0">
                <a:solidFill>
                  <a:srgbClr val="000000"/>
                </a:solidFill>
                <a:latin typeface="Aptos Display" panose="020B0004020202020204" pitchFamily="34" charset="0"/>
              </a:rPr>
            </a:br>
            <a:r>
              <a:rPr lang="en-HK" dirty="0">
                <a:solidFill>
                  <a:srgbClr val="000000"/>
                </a:solidFill>
                <a:latin typeface="Aptos Display" panose="020B0004020202020204" pitchFamily="34" charset="0"/>
              </a:rPr>
              <a:t>Sampling</a:t>
            </a:r>
            <a:r>
              <a:rPr lang="en-HK" sz="4400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and Analysis Procedure </a:t>
            </a:r>
            <a:br>
              <a:rPr lang="en-HK" sz="4400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</a:br>
            <a:r>
              <a:rPr lang="en-HK" sz="4400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(pg. 1)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2E5853-CCD2-C0A8-A22D-1FED51C7A8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748508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5" descr="Badge Tick with solid fill">
            <a:extLst>
              <a:ext uri="{FF2B5EF4-FFF2-40B4-BE49-F238E27FC236}">
                <a16:creationId xmlns:a16="http://schemas.microsoft.com/office/drawing/2014/main" id="{25618591-945D-D9B9-B238-8C5C548A9F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583" y="2244855"/>
            <a:ext cx="914400" cy="914400"/>
          </a:xfrm>
          <a:prstGeom prst="rect">
            <a:avLst/>
          </a:prstGeom>
        </p:spPr>
      </p:pic>
      <p:pic>
        <p:nvPicPr>
          <p:cNvPr id="9" name="Graphic 8" descr="Badge Tick with solid fill">
            <a:extLst>
              <a:ext uri="{FF2B5EF4-FFF2-40B4-BE49-F238E27FC236}">
                <a16:creationId xmlns:a16="http://schemas.microsoft.com/office/drawing/2014/main" id="{CEE7C0D0-AFF8-008E-4FAA-EF75BCA046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340" y="3556451"/>
            <a:ext cx="914400" cy="914400"/>
          </a:xfrm>
          <a:prstGeom prst="rect">
            <a:avLst/>
          </a:prstGeom>
        </p:spPr>
      </p:pic>
      <p:pic>
        <p:nvPicPr>
          <p:cNvPr id="10" name="Graphic 9" descr="Badge Tick with solid fill">
            <a:extLst>
              <a:ext uri="{FF2B5EF4-FFF2-40B4-BE49-F238E27FC236}">
                <a16:creationId xmlns:a16="http://schemas.microsoft.com/office/drawing/2014/main" id="{A346A829-A796-45C9-5F58-1D4C2D3121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940" y="485569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555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A8C23-FC02-DC27-0242-67AEB01EA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D85B2-AEB7-29BD-A01A-7AD13BB4F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HK" dirty="0">
                <a:solidFill>
                  <a:srgbClr val="000000"/>
                </a:solidFill>
                <a:latin typeface="Aptos Display" panose="020B0004020202020204" pitchFamily="34" charset="0"/>
              </a:rPr>
            </a:br>
            <a:r>
              <a:rPr lang="en-HK" dirty="0">
                <a:solidFill>
                  <a:srgbClr val="000000"/>
                </a:solidFill>
                <a:latin typeface="Aptos Display" panose="020B0004020202020204" pitchFamily="34" charset="0"/>
              </a:rPr>
              <a:t>Sampling</a:t>
            </a:r>
            <a:r>
              <a:rPr lang="en-HK" sz="4400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and Analysis Procedure </a:t>
            </a:r>
            <a:br>
              <a:rPr lang="en-HK" sz="4400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</a:br>
            <a:r>
              <a:rPr lang="en-HK" sz="4400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(pg. 2)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12EA14-A433-797A-2989-FD1D52C451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395315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5" descr="Badge Tick with solid fill">
            <a:extLst>
              <a:ext uri="{FF2B5EF4-FFF2-40B4-BE49-F238E27FC236}">
                <a16:creationId xmlns:a16="http://schemas.microsoft.com/office/drawing/2014/main" id="{69E596D6-2F30-0C47-4BC4-D62BF9FB3A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583" y="2244855"/>
            <a:ext cx="914400" cy="914400"/>
          </a:xfrm>
          <a:prstGeom prst="rect">
            <a:avLst/>
          </a:prstGeom>
        </p:spPr>
      </p:pic>
      <p:pic>
        <p:nvPicPr>
          <p:cNvPr id="9" name="Graphic 8" descr="Badge Tick with solid fill">
            <a:extLst>
              <a:ext uri="{FF2B5EF4-FFF2-40B4-BE49-F238E27FC236}">
                <a16:creationId xmlns:a16="http://schemas.microsoft.com/office/drawing/2014/main" id="{F357DC73-968B-AE48-0E48-FEBDF88B25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340" y="3556451"/>
            <a:ext cx="914400" cy="914400"/>
          </a:xfrm>
          <a:prstGeom prst="rect">
            <a:avLst/>
          </a:prstGeom>
        </p:spPr>
      </p:pic>
      <p:pic>
        <p:nvPicPr>
          <p:cNvPr id="10" name="Graphic 9" descr="Badge Tick with solid fill">
            <a:extLst>
              <a:ext uri="{FF2B5EF4-FFF2-40B4-BE49-F238E27FC236}">
                <a16:creationId xmlns:a16="http://schemas.microsoft.com/office/drawing/2014/main" id="{68CD0BF5-24EE-1654-BF7A-3940150B2F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940" y="485569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63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0EF03-4CDE-C184-6CB4-ED26CFB38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5206-C705-95AD-2DD6-C1CF8917D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HK" dirty="0">
                <a:solidFill>
                  <a:srgbClr val="000000"/>
                </a:solidFill>
                <a:latin typeface="Aptos Display" panose="020B0004020202020204" pitchFamily="34" charset="0"/>
              </a:rPr>
            </a:br>
            <a:r>
              <a:rPr lang="en-HK" dirty="0">
                <a:solidFill>
                  <a:srgbClr val="000000"/>
                </a:solidFill>
                <a:latin typeface="Aptos Display" panose="020B0004020202020204" pitchFamily="34" charset="0"/>
              </a:rPr>
              <a:t>TRIBOCARE Analysis Contract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68E9A3-FD66-B1F0-9D1A-8C1ED8117D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594437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0881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97783-A30A-1C68-B26F-230C937A8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sz="4400" dirty="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Procurement Procedure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FB1189-3236-6410-14B7-9FEBFCBDBC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755302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4395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AE32E-5446-523C-5A12-EBC7E7791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Bunker Sampling and Analysis Procedure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EE63F9-177D-8ACF-4657-5ECD9102A1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71968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269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1364</TotalTime>
  <Words>419</Words>
  <Application>Microsoft Macintosh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Shipboard Bunkering Process, Sample Analysis &amp; Communication Protocol</vt:lpstr>
      <vt:lpstr>Procurement Procedure</vt:lpstr>
      <vt:lpstr> Bunkering Procedure and Communication</vt:lpstr>
      <vt:lpstr> Sampling and Analysis Procedure  (pg. 1)</vt:lpstr>
      <vt:lpstr> Sampling and Analysis Procedure  (pg. 2)</vt:lpstr>
      <vt:lpstr> TRIBOCARE Analysis Contract</vt:lpstr>
      <vt:lpstr>Procurement Procedure</vt:lpstr>
      <vt:lpstr>Bunker Sampling and Analysis Procedure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Debdeepto Chattopadhyay</dc:creator>
  <cp:lastModifiedBy>Debdeepto Chattopadhyay</cp:lastModifiedBy>
  <cp:revision>1</cp:revision>
  <dcterms:created xsi:type="dcterms:W3CDTF">2025-02-19T21:29:56Z</dcterms:created>
  <dcterms:modified xsi:type="dcterms:W3CDTF">2025-02-20T20:14:41Z</dcterms:modified>
</cp:coreProperties>
</file>